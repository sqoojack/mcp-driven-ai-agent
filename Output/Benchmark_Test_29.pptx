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背景與趨勢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人工智能，尤其是大型語言模型，正在重塑現代軟體工程的基礎架構。</a:t>
            </a:r>
          </a:p>
          <a:p>
            <a:pPr>
              <a:defRPr sz="1800"/>
            </a:pPr>
            <a:r>
              <a:t>AI Agent 的崛起為自動化任務和智能化系統帶來新可能。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技術亮點：MCP 協議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MCP（模型上下文協議）是核心創新，</a:t>
            </a:r>
          </a:p>
          <a:p>
            <a:pPr>
              <a:defRPr sz="1800"/>
            </a:pPr>
            <a:r>
              <a:t>將傳統的本地腳本轉化為標準化的 AI Agent 工具，</a:t>
            </a:r>
          </a:p>
          <a:p>
            <a:pPr>
              <a:defRPr sz="1800"/>
            </a:pPr>
            <a:r>
              <a:t>實現跨平台、可組合的智能服務。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報告重點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 自動化工作流：</a:t>
            </a:r>
          </a:p>
          <a:p>
            <a:pPr>
              <a:defRPr sz="1800"/>
            </a:pPr>
            <a:r>
              <a:t>   實現任務自動化與流程編排</a:t>
            </a:r>
          </a:p>
          <a:p>
            <a:pPr>
              <a:defRPr sz="1800"/>
            </a:pPr>
            <a:r>
              <a:t>2. AWS S3 整合：</a:t>
            </a:r>
          </a:p>
          <a:p>
            <a:pPr>
              <a:defRPr sz="1800"/>
            </a:pPr>
            <a:r>
              <a:t>   擴展 AI Agent 的雲端能力</a:t>
            </a:r>
          </a:p>
          <a:p>
            <a:pPr>
              <a:defRPr sz="1800"/>
            </a:pPr>
            <a:r>
              <a:t>3. JSON 結構化輸出：</a:t>
            </a:r>
          </a:p>
          <a:p>
            <a:pPr>
              <a:defRPr sz="1800"/>
            </a:pPr>
            <a:r>
              <a:t>   支持動態圖表繪製與數據可視化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 概念
</a:t>
            </a:r>
            <a:r>
              <a:rPr sz="1000">
                <a:solidFill>
                  <a:srgbClr val="000000"/>
                </a:solidFill>
              </a:rPr>
              <a:t>AI Agent 自動化工作流概念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 協議技術
</a:t>
            </a:r>
            <a:r>
              <a:rPr sz="1000">
                <a:solidFill>
                  <a:srgbClr val="000000"/>
                </a:solidFill>
              </a:rPr>
              <a:t>跨平台 AI Agent 工具協議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整合應用
</a:t>
            </a:r>
            <a:r>
              <a:rPr sz="1000">
                <a:solidFill>
                  <a:srgbClr val="000000"/>
                </a:solidFill>
              </a:rPr>
              <a:t>AWS S3 整合與 JSON 輸出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AI Agent 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 協議技術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整合應用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