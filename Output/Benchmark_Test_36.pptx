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AI與LLM對軟體工程的影響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人工智能和大型语言模型（LLM）正在重塑现代软件工程领域。</a:t>
            </a:r>
          </a:p>
          <a:p>
            <a:pPr>
              <a:defRPr sz="1800"/>
            </a:pPr>
            <a:r>
              <a:t>它们带来了自动化、智能化和更高的开发效率，但也引入了新的挑战和复杂性。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MCP協議介紹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MCP（模型上下文協議）是一種關鍵技術，旨在將傳統的本地腳本轉化為標準化的AI Agent工具。</a:t>
            </a:r>
          </a:p>
          <a:p>
            <a:pPr>
              <a:defRPr sz="1800"/>
            </a:pPr>
            <a:r>
              <a:t>其核心功能是提供一個通用框架，促進不同AI Agent之間的互操作性和協作。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報告內容概述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本報告將深入探討以下三個方面：</a:t>
            </a:r>
          </a:p>
          <a:p>
            <a:pPr>
              <a:defRPr sz="1800"/>
            </a:pPr>
            <a:r>
              <a:t>1. AI Agent的自動化工作流設計與實現。</a:t>
            </a:r>
          </a:p>
          <a:p>
            <a:pPr>
              <a:defRPr sz="1800"/>
            </a:pPr>
            <a:r>
              <a:t>2. AI Agent與AWS S3雲端存儲的整合方案。</a:t>
            </a:r>
          </a:p>
          <a:p>
            <a:pPr>
              <a:defRPr sz="1800"/>
            </a:pPr>
            <a:r>
              <a:t>3. 基於結構化JSON輸出的動態圖表繪製技術。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AI對軟體工程的影響
</a:t>
            </a:r>
            <a:r>
              <a:rPr sz="1000">
                <a:solidFill>
                  <a:srgbClr val="000000"/>
                </a:solidFill>
              </a:rPr>
              <a:t>AI與LLM重塑開發流程，提升效率並帶來新挑戰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MCP協議核心功能
</a:t>
            </a:r>
            <a:r>
              <a:rPr sz="1000">
                <a:solidFill>
                  <a:srgbClr val="000000"/>
                </a:solidFill>
              </a:rPr>
              <a:t>將傳統腳本轉換為AI Agent工具的標準化框架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📁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報告三大主題
</a:t>
            </a:r>
            <a:r>
              <a:rPr sz="1000">
                <a:solidFill>
                  <a:srgbClr val="000000"/>
                </a:solidFill>
              </a:rPr>
              <a:t>涵蓋AI Agent工作流設計、雲端整合與動態圖表技術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  <a:r>
              <a:rPr sz="1300" b="1">
                <a:solidFill>
                  <a:srgbClr val="000000"/>
                </a:solidFill>
              </a:rPr>
              <a:t>AI對軟體工程的影響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MCP協議核心功能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📁
</a:t>
            </a:r>
            <a:r>
              <a:rPr sz="1300" b="1">
                <a:solidFill>
                  <a:srgbClr val="000000"/>
                </a:solidFill>
              </a:rPr>
              <a:t>報告三大主題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