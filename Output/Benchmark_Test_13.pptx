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AI與LLM對軟體工程的革命性影響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人工智能與大型語言模型正深刻改變軟體工程的實踐方式</a:t>
            </a:r>
          </a:p>
          <a:p>
            <a:pPr>
              <a:defRPr sz="1800"/>
            </a:pPr>
            <a:r>
              <a:t>傳統軟體開發模式面臨挑戰，需引入新技術框架以適應AI時代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MCP協議：標準化AI Agent工具的關鍵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MCP（Model Context Protocol）作為核心創新</a:t>
            </a:r>
          </a:p>
          <a:p>
            <a:pPr>
              <a:defRPr sz="1800"/>
            </a:pPr>
            <a:r>
              <a:t>將封閉式本地腳本轉化為可互操作的AI Agent工具</a:t>
            </a:r>
          </a:p>
          <a:p>
            <a:pPr>
              <a:defRPr sz="1800"/>
            </a:pPr>
            <a:r>
              <a:t>提供標準化接口，促進不同系統間的協作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報告核心議題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自動化工作流：利用AI Agent實現端到端自動化</a:t>
            </a:r>
          </a:p>
          <a:p>
            <a:pPr>
              <a:defRPr sz="1800"/>
            </a:pPr>
            <a:r>
              <a:t>2. AWS S3雲端整合：MCP與AWS S3的深度對接方案</a:t>
            </a:r>
          </a:p>
          <a:p>
            <a:pPr>
              <a:defRPr sz="1800"/>
            </a:pPr>
            <a:r>
              <a:t>3. JSON結構化輸出與動態圖表：實現工作流程的可視化與分析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AI Agent核心概念
</a:t>
            </a:r>
            <a:r>
              <a:rPr sz="1000">
                <a:solidFill>
                  <a:srgbClr val="000000"/>
                </a:solidFill>
              </a:rPr>
              <a:t>AI Agent如何改變軟體工程實踐？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觸發與執行節點
</a:t>
            </a:r>
            <a:r>
              <a:rPr sz="1000">
                <a:solidFill>
                  <a:srgbClr val="000000"/>
                </a:solidFill>
              </a:rPr>
              <a:t>觸發條件與執行流程？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🔗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MCP協議整合
</a:t>
            </a:r>
            <a:r>
              <a:rPr sz="1000">
                <a:solidFill>
                  <a:srgbClr val="000000"/>
                </a:solidFill>
              </a:rPr>
              <a:t>MCP如何連接不同AI Agent？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JSON輸出與可視化
</a:t>
            </a:r>
            <a:r>
              <a:rPr sz="1000">
                <a:solidFill>
                  <a:srgbClr val="000000"/>
                </a:solidFill>
              </a:rPr>
              <a:t>如何呈現工作流程成果？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32588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  <a:r>
              <a:rPr sz="1300" b="1">
                <a:solidFill>
                  <a:srgbClr val="000000"/>
                </a:solidFill>
              </a:rPr>
              <a:t>AI Agent核心概念
</a:t>
            </a:r>
          </a:p>
        </p:txBody>
      </p:sp>
      <p:sp>
        <p:nvSpPr>
          <p:cNvPr id="4" name="Oval 3"/>
          <p:cNvSpPr/>
          <p:nvPr/>
        </p:nvSpPr>
        <p:spPr>
          <a:xfrm>
            <a:off x="539496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  <a:r>
              <a:rPr sz="1300" b="1">
                <a:solidFill>
                  <a:srgbClr val="000000"/>
                </a:solidFill>
              </a:rPr>
              <a:t>觸發與執行節點
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48006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🔗
</a:t>
            </a:r>
            <a:r>
              <a:rPr sz="1300" b="1">
                <a:solidFill>
                  <a:srgbClr val="000000"/>
                </a:solidFill>
              </a:rPr>
              <a:t>MCP協議整合
</a:t>
            </a:r>
          </a:p>
        </p:txBody>
      </p:sp>
      <p:sp>
        <p:nvSpPr>
          <p:cNvPr id="6" name="Oval 5"/>
          <p:cNvSpPr/>
          <p:nvPr/>
        </p:nvSpPr>
        <p:spPr>
          <a:xfrm>
            <a:off x="192024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  <a:r>
              <a:rPr sz="1300" b="1">
                <a:solidFill>
                  <a:srgbClr val="000000"/>
                </a:solidFill>
              </a:rPr>
              <a:t>JSON輸出與可視化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