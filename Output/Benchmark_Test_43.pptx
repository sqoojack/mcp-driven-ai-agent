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MCP協議介紹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MCP（Model Context Protocol）是一種標準化協議</a:t>
            </a:r>
          </a:p>
          <a:p>
            <a:pPr>
              <a:defRPr sz="1800"/>
            </a:pPr>
            <a:r>
              <a:t>用於將本地端封閉腳本轉換為AI Agent工具</a:t>
            </a:r>
          </a:p>
          <a:p>
            <a:pPr>
              <a:defRPr sz="1800"/>
            </a:pPr>
            <a:r>
              <a:t>提供標準化接口與上下文管理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Agent實現與自動化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基於MCP協議實現AI Agent自動化工作流</a:t>
            </a:r>
          </a:p>
          <a:p>
            <a:pPr>
              <a:defRPr sz="1800"/>
            </a:pPr>
            <a:r>
              <a:t>透過結構化JSON輸出實現動態圖表生成</a:t>
            </a:r>
          </a:p>
          <a:p>
            <a:pPr>
              <a:defRPr sz="1800"/>
            </a:pPr>
            <a:r>
              <a:t>支援多樣化任務執行與結果呈現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S3整合與可視化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實現MCP與AWS S3的深度整合</a:t>
            </a:r>
          </a:p>
          <a:p>
            <a:pPr>
              <a:defRPr sz="1800"/>
            </a:pPr>
            <a:r>
              <a:t>利用JSON輸出動態生成實時圖表</a:t>
            </a:r>
          </a:p>
          <a:p>
            <a:pPr>
              <a:defRPr sz="1800"/>
            </a:pPr>
            <a:r>
              <a:t>提供雲端存儲與數據可視化一站式解決方案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📚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MCP協議介紹
</a:t>
            </a:r>
            <a:r>
              <a:rPr sz="1000">
                <a:solidFill>
                  <a:srgbClr val="000000"/>
                </a:solidFill>
              </a:rPr>
              <a:t>MCP協議定義標準接口與上下文管理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Agent實現
</a:t>
            </a:r>
            <a:r>
              <a:rPr sz="1000">
                <a:solidFill>
                  <a:srgbClr val="000000"/>
                </a:solidFill>
              </a:rPr>
              <a:t>基於MCP協議實現自動化工作流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AWS S3整合
</a:t>
            </a:r>
            <a:r>
              <a:rPr sz="1000">
                <a:solidFill>
                  <a:srgbClr val="000000"/>
                </a:solidFill>
              </a:rPr>
              <a:t>將MCP與雲端存儲結合進行數據可視化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📚
</a:t>
            </a:r>
            <a:r>
              <a:rPr sz="1300" b="1">
                <a:solidFill>
                  <a:srgbClr val="000000"/>
                </a:solidFill>
              </a:rPr>
              <a:t>MCP協議介紹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AI Agent實現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AWS S3整合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