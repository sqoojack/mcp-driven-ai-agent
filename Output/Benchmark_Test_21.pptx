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AI/LLM 對軟體工程的影響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人工智能與大型語言模型正在顛覆傳統軟體工程模式</a:t>
            </a:r>
          </a:p>
          <a:p>
            <a:pPr>
              <a:defRPr sz="1800"/>
            </a:pPr>
            <a:r>
              <a:t>帶來以下關鍵變革：</a:t>
            </a:r>
          </a:p>
          <a:p>
            <a:pPr>
              <a:defRPr sz="1800"/>
            </a:pPr>
            <a:r>
              <a:t>• 自動化程式碼生成與測試</a:t>
            </a:r>
          </a:p>
          <a:p>
            <a:pPr>
              <a:defRPr sz="1800"/>
            </a:pPr>
            <a:r>
              <a:t>• 智能化需求分析與設計模式建議</a:t>
            </a:r>
          </a:p>
          <a:p>
            <a:pPr>
              <a:defRPr sz="1800"/>
            </a:pPr>
            <a:r>
              <a:t>• 數據驅動的系統優化決策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在此背景下，MCP 協議應運而生，旨在將本地端腳本轉化為標準化的 AI Agent 工具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協議：本地端腳本的標準化轉換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MCP（Model Context Protocol）的核心功能：</a:t>
            </a:r>
          </a:p>
          <a:p>
            <a:pPr>
              <a:defRPr sz="1800"/>
            </a:pPr>
            <a:r>
              <a:t>• 提供通用框架將本地腳本轉換為 AI Agent</a:t>
            </a:r>
          </a:p>
          <a:p>
            <a:pPr>
              <a:defRPr sz="1800"/>
            </a:pPr>
            <a:r>
              <a:t>• 定義標準化接口與上下文協議</a:t>
            </a:r>
          </a:p>
          <a:p>
            <a:pPr>
              <a:defRPr sz="1800"/>
            </a:pPr>
            <a:r>
              <a:t>• 支持多模型對話與工具鏈整合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其架構特點：</a:t>
            </a:r>
          </a:p>
          <a:p>
            <a:pPr>
              <a:defRPr sz="1800"/>
            </a:pPr>
            <a:r>
              <a:t>• 基於 JSON-RPC 的協定設計</a:t>
            </a:r>
          </a:p>
          <a:p>
            <a:pPr>
              <a:defRPr sz="1800"/>
            </a:pPr>
            <a:r>
              <a:t>• 支持嵌入式上下文傳遞</a:t>
            </a:r>
          </a:p>
          <a:p>
            <a:pPr>
              <a:defRPr sz="1800"/>
            </a:pPr>
            <a:r>
              <a:t>• 兼容現有腳本執行環境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報告核心內容：AI Agent 的應用實踐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本報告將探討三大核心應用方向：</a:t>
            </a:r>
          </a:p>
          <a:p>
            <a:pPr>
              <a:defRPr sz="1800"/>
            </a:pPr>
            <a:r>
              <a:t>1. AI Agent 的自動化工作流實現</a:t>
            </a:r>
          </a:p>
          <a:p>
            <a:pPr>
              <a:defRPr sz="1800"/>
            </a:pPr>
            <a:r>
              <a:t>• 輸入解析與任務分解</a:t>
            </a:r>
          </a:p>
          <a:p>
            <a:pPr>
              <a:defRPr sz="1800"/>
            </a:pPr>
            <a:r>
              <a:t>• 多步驟協作機制</a:t>
            </a:r>
          </a:p>
          <a:p>
            <a:pPr>
              <a:defRPr sz="1800"/>
            </a:pPr>
            <a:r>
              <a:t>• 故障恢復策略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AWS S3 雲端整合方案</a:t>
            </a:r>
          </a:p>
          <a:p>
            <a:pPr>
              <a:defRPr sz="1800"/>
            </a:pPr>
            <a:r>
              <a:t>• 資料存取權限管理</a:t>
            </a:r>
          </a:p>
          <a:p>
            <a:pPr>
              <a:defRPr sz="1800"/>
            </a:pPr>
            <a:r>
              <a:t>• 服務端事件觸發機制</a:t>
            </a:r>
          </a:p>
          <a:p>
            <a:pPr>
              <a:defRPr sz="1800"/>
            </a:pPr>
            <a:r>
              <a:t>• 效能優化策略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JSON 輸出驅動的動態圖表生成</a:t>
            </a:r>
          </a:p>
          <a:p>
            <a:pPr>
              <a:defRPr sz="1800"/>
            </a:pPr>
            <a:r>
              <a:t>• 資料結構轉換機制</a:t>
            </a:r>
          </a:p>
          <a:p>
            <a:pPr>
              <a:defRPr sz="1800"/>
            </a:pPr>
            <a:r>
              <a:t>• 圖表渲染接口設計</a:t>
            </a:r>
          </a:p>
          <a:p>
            <a:pPr>
              <a:defRPr sz="1800"/>
            </a:pPr>
            <a:r>
              <a:t>• 實時數據可視化方案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🤖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AI Agent 核心概念
</a:t>
            </a:r>
            <a:r>
              <a:rPr sz="1000">
                <a:solidFill>
                  <a:srgbClr val="000000"/>
                </a:solidFill>
              </a:rPr>
              <a:t>AI Agent 的定義與功能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🔗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MCP 協議架構
</a:t>
            </a:r>
            <a:r>
              <a:rPr sz="1000">
                <a:solidFill>
                  <a:srgbClr val="000000"/>
                </a:solidFill>
              </a:rPr>
              <a:t>標準化接口與協定設計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應用實踐場景
</a:t>
            </a:r>
            <a:r>
              <a:rPr sz="1000">
                <a:solidFill>
                  <a:srgbClr val="000000"/>
                </a:solidFill>
              </a:rPr>
              <a:t>自動化工作流與雲端整合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41732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🤖
</a:t>
            </a:r>
            <a:r>
              <a:rPr sz="1300" b="1">
                <a:solidFill>
                  <a:srgbClr val="000000"/>
                </a:solidFill>
              </a:rPr>
              <a:t>AI Agent 核心概念
</a:t>
            </a:r>
          </a:p>
        </p:txBody>
      </p:sp>
      <p:sp>
        <p:nvSpPr>
          <p:cNvPr id="4" name="Oval 3"/>
          <p:cNvSpPr/>
          <p:nvPr/>
        </p:nvSpPr>
        <p:spPr>
          <a:xfrm>
            <a:off x="5083008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🔗
</a:t>
            </a:r>
            <a:r>
              <a:rPr sz="1300" b="1">
                <a:solidFill>
                  <a:srgbClr val="000000"/>
                </a:solidFill>
              </a:rPr>
              <a:t>MCP 協議架構
</a:t>
            </a:r>
          </a:p>
        </p:txBody>
      </p:sp>
      <p:sp>
        <p:nvSpPr>
          <p:cNvPr id="5" name="Oval 4"/>
          <p:cNvSpPr/>
          <p:nvPr/>
        </p:nvSpPr>
        <p:spPr>
          <a:xfrm>
            <a:off x="2232191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  <a:r>
              <a:rPr sz="1300" b="1">
                <a:solidFill>
                  <a:srgbClr val="000000"/>
                </a:solidFill>
              </a:rPr>
              <a:t>應用實踐場景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