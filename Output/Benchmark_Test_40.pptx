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人工智能与大型语言模型正在重塑软件工程架构</a:t>
            </a:r>
          </a:p>
          <a:p>
            <a:pPr>
              <a:defRPr sz="1800"/>
            </a:pPr>
            <a:r>
              <a:t>• 自动化代码生成与测试</a:t>
            </a:r>
          </a:p>
          <a:p>
            <a:pPr>
              <a:defRPr sz="1800"/>
            </a:pPr>
            <a:r>
              <a:t>• 智能化缺陷检测与修复</a:t>
            </a:r>
          </a:p>
          <a:p>
            <a:pPr>
              <a:defRPr sz="1800"/>
            </a:pPr>
            <a:r>
              <a:t>• 开发流程的协作与优化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MCP協定：關鍵轉變的契機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MCP協定的核心作用</a:t>
            </a:r>
          </a:p>
          <a:p>
            <a:pPr>
              <a:defRPr sz="1800"/>
            </a:pPr>
            <a:r>
              <a:t>• 將封閉式本地端轉為標準化AI Agent工具</a:t>
            </a:r>
          </a:p>
          <a:p>
            <a:pPr>
              <a:defRPr sz="1800"/>
            </a:pPr>
            <a:r>
              <a:t>• 提供標準化接口與協定</a:t>
            </a:r>
          </a:p>
          <a:p>
            <a:pPr>
              <a:defRPr sz="1800"/>
            </a:pPr>
            <a:r>
              <a:t>• 促進AI Agent間的互操作性與協作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Agent的自動化工作流</a:t>
            </a:r>
          </a:p>
          <a:p>
            <a:pPr>
              <a:defRPr sz="1800"/>
            </a:pPr>
            <a:r>
              <a:t>• 整合AWS S3服務</a:t>
            </a:r>
          </a:p>
          <a:p>
            <a:pPr>
              <a:defRPr sz="1800"/>
            </a:pPr>
            <a:r>
              <a:t>• JSON格式輸出與動態圖表生成</a:t>
            </a:r>
          </a:p>
          <a:p>
            <a:pPr>
              <a:defRPr sz="1800"/>
            </a:pPr>
            <a:r>
              <a:t>• 標準化協定下的工作流優化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AI對軟體工程影響
</a:t>
            </a:r>
            <a:r>
              <a:rPr sz="1000">
                <a:solidFill>
                  <a:srgbClr val="000000"/>
                </a:solidFill>
              </a:rPr>
              <a:t>AI重塑軟體工程架構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MCP協定核心作用
</a:t>
            </a:r>
            <a:r>
              <a:rPr sz="1000">
                <a:solidFill>
                  <a:srgbClr val="000000"/>
                </a:solidFill>
              </a:rPr>
              <a:t>標準化AI Agent工具協定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Agent自動化工作流
</a:t>
            </a:r>
            <a:r>
              <a:rPr sz="1000">
                <a:solidFill>
                  <a:srgbClr val="000000"/>
                </a:solidFill>
              </a:rPr>
              <a:t>整合AWS與JSON輸出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標準化協定工作流優化
</a:t>
            </a:r>
            <a:r>
              <a:rPr sz="1000">
                <a:solidFill>
                  <a:srgbClr val="000000"/>
                </a:solidFill>
              </a:rPr>
              <a:t>MCP協定下流程優化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AI對軟體工程影響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MCP協定核心作用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Agent自動化工作流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🚀
</a:t>
            </a:r>
            <a:r>
              <a:rPr sz="1300" b="1">
                <a:solidFill>
                  <a:srgbClr val="000000"/>
                </a:solidFill>
              </a:rPr>
              <a:t>標準化協定工作流優化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