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AI與軟體工程的轉變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人工智能與大型語言模型（LLM）正深刻改變現代軟體工程的實踐方式。</a:t>
            </a:r>
          </a:p>
          <a:p>
            <a:pPr>
              <a:defRPr sz="1800"/>
            </a:pPr>
            <a:r>
              <a:t>本報告聚焦於MCP（Model Context Protocol）協議，旨在將原本封閉的本地腳本轉化為可標準化的AI Agent工具，推動軟體工程的革新。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MCP協議的主要目標是將本地腳本轉換為標準化的AI Agent工具。</a:t>
            </a:r>
          </a:p>
          <a:p>
            <a:pPr>
              <a:defRPr sz="1800"/>
            </a:pPr>
            <a:r>
              <a:t>其核心功能包括：</a:t>
            </a:r>
          </a:p>
          <a:p>
            <a:pPr>
              <a:defRPr sz="1800"/>
            </a:pPr>
            <a:r>
              <a:t>1. 提供標準化接口，使AI Agent可被其他系統調用。</a:t>
            </a:r>
          </a:p>
          <a:p>
            <a:pPr>
              <a:defRPr sz="1800"/>
            </a:pPr>
            <a:r>
              <a:t>2. 支持複雜情境下的工具調用與上下文管理。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本報告將探討以下三大方向：</a:t>
            </a:r>
          </a:p>
          <a:p>
            <a:pPr>
              <a:defRPr sz="1800"/>
            </a:pPr>
            <a:r>
              <a:t>1. AI Agent自動化工作流：如何利用MCP協議實現自動化任務執行。</a:t>
            </a:r>
          </a:p>
          <a:p>
            <a:pPr>
              <a:defRPr sz="1800"/>
            </a:pPr>
            <a:r>
              <a:t>2. AWS S3整合：將MCP與雲端存儲服務進行深度整合。</a:t>
            </a:r>
          </a:p>
          <a:p>
            <a:pPr>
              <a:defRPr sz="1800"/>
            </a:pPr>
            <a:r>
              <a:t>3. JSON輸出與動態圖表：透過結構化輸出實現即時數據可視化。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🔌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MCP協議接口
</a:t>
            </a:r>
            <a:r>
              <a:rPr sz="1000">
                <a:solidFill>
                  <a:srgbClr val="000000"/>
                </a:solidFill>
              </a:rPr>
              <a:t>提供標準化接口，供AI Agent調用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Agent自動化工作流
</a:t>
            </a:r>
            <a:r>
              <a:rPr sz="1000">
                <a:solidFill>
                  <a:srgbClr val="000000"/>
                </a:solidFill>
              </a:rPr>
              <a:t>利用MCP協議實現自動化任務執行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將MCP與雲端存儲深度整合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🔌
</a:t>
            </a:r>
            <a:r>
              <a:rPr sz="1300" b="1">
                <a:solidFill>
                  <a:srgbClr val="000000"/>
                </a:solidFill>
              </a:rPr>
              <a:t>MCP協議接口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 Agent自動化工作流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