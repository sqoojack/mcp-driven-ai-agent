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MCP協定：AI Agent的橋樑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目的：AI與LLM重塑軟體工程，MCP協定作為關鍵技術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將本地端腳本轉化為標準化AI Agent工具</a:t>
            </a:r>
          </a:p>
          <a:p>
            <a:pPr>
              <a:defRPr sz="1800"/>
            </a:pPr>
            <a:r>
              <a:t>• 提供AI Agent與既有系統的互通性框架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MCP核心功能與應用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技術實現：</a:t>
            </a:r>
          </a:p>
          <a:p>
            <a:pPr>
              <a:defRPr sz="1800"/>
            </a:pPr>
            <a:r>
              <a:t>• 定義標準化工具介面，支持AI Agent調用</a:t>
            </a:r>
          </a:p>
          <a:p>
            <a:pPr>
              <a:defRPr sz="1800"/>
            </a:pPr>
            <a:r>
              <a:t>• 提供JSON結構化輸出，支持動態圖表生成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應用場景：</a:t>
            </a:r>
          </a:p>
          <a:p>
            <a:pPr>
              <a:defRPr sz="1800"/>
            </a:pPr>
            <a:r>
              <a:t>• 自動化工作流整合</a:t>
            </a:r>
          </a:p>
          <a:p>
            <a:pPr>
              <a:defRPr sz="1800"/>
            </a:pPr>
            <a:r>
              <a:t>• AWS S3雲端服務對接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MCP的價值與展望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關鍵優勢：</a:t>
            </a:r>
          </a:p>
          <a:p>
            <a:pPr>
              <a:defRPr sz="1800"/>
            </a:pPr>
            <a:r>
              <a:t>• 解決傳統腳本與AI Agent的兼容性問題</a:t>
            </a:r>
          </a:p>
          <a:p>
            <a:pPr>
              <a:defRPr sz="1800"/>
            </a:pPr>
            <a:r>
              <a:t>• 建立可擴展的AI Agent生態系統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未來方向：</a:t>
            </a:r>
          </a:p>
          <a:p>
            <a:pPr>
              <a:defRPr sz="1800"/>
            </a:pPr>
            <a:r>
              <a:t>• 深化與雲端服務的整合</a:t>
            </a:r>
          </a:p>
          <a:p>
            <a:pPr>
              <a:defRPr sz="1800"/>
            </a:pPr>
            <a:r>
              <a:t>• 推動跨平台AI Agent協作標準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核心概念
</a:t>
            </a:r>
            <a:r>
              <a:rPr sz="1000">
                <a:solidFill>
                  <a:srgbClr val="000000"/>
                </a:solidFill>
              </a:rPr>
              <a:t>AI與系統互通的基礎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技術與應用
</a:t>
            </a:r>
            <a:r>
              <a:rPr sz="1000">
                <a:solidFill>
                  <a:srgbClr val="000000"/>
                </a:solidFill>
              </a:rPr>
              <a:t>標準化介面與場景整合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🌟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價值與展望
</a:t>
            </a:r>
            <a:r>
              <a:rPr sz="1000">
                <a:solidFill>
                  <a:srgbClr val="000000"/>
                </a:solidFill>
              </a:rPr>
              <a:t>解決兼容性與未來方向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技術與應用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🌟
</a:t>
            </a:r>
            <a:r>
              <a:rPr sz="1300" b="1">
                <a:solidFill>
                  <a:srgbClr val="000000"/>
                </a:solidFill>
              </a:rPr>
              <a:t>價值與展望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