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人工智能與軟體工程的轉型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人工智能與大型語言模型正深刻影響現代軟體工程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提出Model Context Protocol (MCP)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MCP是一項關鍵技術，旨在將原本封閉的本地端腳本轉化為標準化的AI Agent工具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MCP的核心功能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提供標準化AI Agent工具框架</a:t>
            </a:r>
          </a:p>
          <a:p>
            <a:pPr>
              <a:defRPr sz="1800"/>
            </a:pPr>
            <a:r>
              <a:t>2. 支援自動化工作流</a:t>
            </a:r>
          </a:p>
          <a:p>
            <a:pPr>
              <a:defRPr sz="1800"/>
            </a:pPr>
            <a:r>
              <a:t>3. 實現與AWS S3的雲端整合</a:t>
            </a:r>
          </a:p>
          <a:p>
            <a:pPr>
              <a:defRPr sz="1800"/>
            </a:pPr>
            <a:r>
              <a:t>4. 提供結構化JSON輸出進行動態圖表繪製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MCP的應用價值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提升軟體工程效率與標準化</a:t>
            </a:r>
          </a:p>
          <a:p>
            <a:pPr>
              <a:defRPr sz="1800"/>
            </a:pPr>
            <a:r>
              <a:t>2. 實現AI Agent的自動化與雲端整合</a:t>
            </a:r>
          </a:p>
          <a:p>
            <a:pPr>
              <a:defRPr sz="1800"/>
            </a:pPr>
            <a:r>
              <a:t>3. 透過結構化輸出實現更彈性的應用場景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人工智能與軟件工程轉型
</a:t>
            </a:r>
            <a:r>
              <a:rPr sz="1000">
                <a:solidFill>
                  <a:srgbClr val="000000"/>
                </a:solidFill>
              </a:rPr>
              <a:t>AI如何轉型軟體工程？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核心功能
</a:t>
            </a:r>
            <a:r>
              <a:rPr sz="1000">
                <a:solidFill>
                  <a:srgbClr val="000000"/>
                </a:solidFill>
              </a:rPr>
              <a:t>四大核心功能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🚀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應用價值
</a:t>
            </a:r>
            <a:r>
              <a:rPr sz="1000">
                <a:solidFill>
                  <a:srgbClr val="000000"/>
                </a:solidFill>
              </a:rPr>
              <a:t>三大應用價值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  <a:r>
              <a:rPr sz="1300" b="1">
                <a:solidFill>
                  <a:srgbClr val="000000"/>
                </a:solidFill>
              </a:rPr>
              <a:t>人工智能與軟件工程轉型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核心功能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🚀
</a:t>
            </a:r>
            <a:r>
              <a:rPr sz="1300" b="1">
                <a:solidFill>
                  <a:srgbClr val="000000"/>
                </a:solidFill>
              </a:rPr>
              <a:t>應用價值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