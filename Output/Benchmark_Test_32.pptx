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AI與LLM對軟體工程的影響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AI及大型語言模型的崛起，正深刻改變現代軟體工程的實踐方式。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本報告將聚焦於MCP協議，此關鍵技術旨在將傳統的本地端腳本轉型為標準化的AI Agent工具，實現AI Agent的工具化。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MCP協議的核心價值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MCP協議的核心在於實現AI Agent的標準化與工具化，使其能與既有系統無縫整合。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透過此協議，可將原本封閉的本地端腳本轉換為可被外部調用的AI Agent工具，大幅提升開發效率與系統彈性。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報告核心主題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本報告將探討以下三大核心主題：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AI Agent的自動化工作流實現</a:t>
            </a:r>
          </a:p>
          <a:p>
            <a:pPr>
              <a:defRPr sz="1800"/>
            </a:pPr>
            <a:r>
              <a:t>2. AI Agent與AWS S3雲端服務的整合應用</a:t>
            </a:r>
          </a:p>
          <a:p>
            <a:pPr>
              <a:defRPr sz="1800"/>
            </a:pPr>
            <a:r>
              <a:t>3. 基於AI Agent JSON輸出的動態圖表繪製技術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Agent工具化
</a:t>
            </a:r>
            <a:r>
              <a:rPr sz="1000">
                <a:solidFill>
                  <a:srgbClr val="000000"/>
                </a:solidFill>
              </a:rPr>
              <a:t>實現AI Agent的標準化與工具化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云端整合应用
</a:t>
            </a:r>
            <a:r>
              <a:rPr sz="1000">
                <a:solidFill>
                  <a:srgbClr val="000000"/>
                </a:solidFill>
              </a:rPr>
              <a:t>AI Agent與AWS S3的整合應用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JSON输出应用
</a:t>
            </a:r>
            <a:r>
              <a:rPr sz="1000">
                <a:solidFill>
                  <a:srgbClr val="000000"/>
                </a:solidFill>
              </a:rPr>
              <a:t>基於AI Agent JSON輸出的動態圖表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AI Agent工具化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云端整合应用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JSON输出应用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