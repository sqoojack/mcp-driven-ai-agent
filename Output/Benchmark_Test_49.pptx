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AI與軟體工程的轉型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人工智能與大型語言模型正深刻改變軟體工程領域</a:t>
            </a:r>
          </a:p>
          <a:p>
            <a:pPr>
              <a:defRPr sz="1800"/>
            </a:pPr>
            <a:r>
              <a:t>• 自動化與智能化成為新趨勢</a:t>
            </a:r>
          </a:p>
          <a:p>
            <a:pPr>
              <a:defRPr sz="1800"/>
            </a:pPr>
            <a:r>
              <a:t>• 重新定義開發流程與工具鏈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MCP協議：標準化AI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MCP協議作為關鍵工具</a:t>
            </a:r>
          </a:p>
          <a:p>
            <a:pPr>
              <a:defRPr sz="1800"/>
            </a:pPr>
            <a:r>
              <a:t>• 將傳統本地腳本轉化為標準化AI Agent</a:t>
            </a:r>
          </a:p>
          <a:p>
            <a:pPr>
              <a:defRPr sz="1800"/>
            </a:pPr>
            <a:r>
              <a:t>• 提供框架以實現可互操作的智能工具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報告內容預覽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Agent自動化工作流探討</a:t>
            </a:r>
          </a:p>
          <a:p>
            <a:pPr>
              <a:defRPr sz="1800"/>
            </a:pPr>
            <a:r>
              <a:t>• 數據處理與決策流程優化</a:t>
            </a:r>
          </a:p>
          <a:p>
            <a:pPr>
              <a:defRPr sz="1800"/>
            </a:pPr>
            <a:r>
              <a:t>2. AWS S3雲整合方案</a:t>
            </a:r>
          </a:p>
          <a:p>
            <a:pPr>
              <a:defRPr sz="1800"/>
            </a:pPr>
            <a:r>
              <a:t>• 數據存儲與遠端計算架構</a:t>
            </a:r>
          </a:p>
          <a:p>
            <a:pPr>
              <a:defRPr sz="1800"/>
            </a:pPr>
            <a:r>
              <a:t>3. JSON輸出驅動式視覺化</a:t>
            </a:r>
          </a:p>
          <a:p>
            <a:pPr>
              <a:defRPr sz="1800"/>
            </a:pPr>
            <a:r>
              <a:t>• 實時數據可視化與分析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自動化核心概念
</a:t>
            </a:r>
            <a:r>
              <a:rPr sz="1000">
                <a:solidFill>
                  <a:srgbClr val="000000"/>
                </a:solidFill>
              </a:rPr>
              <a:t>AI Agent自動化工作流基礎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MCP協議架構
</a:t>
            </a:r>
            <a:r>
              <a:rPr sz="1000">
                <a:solidFill>
                  <a:srgbClr val="000000"/>
                </a:solidFill>
              </a:rPr>
              <a:t>標準化AI Agent的互操作框架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💾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數據流程整合
</a:t>
            </a:r>
            <a:r>
              <a:rPr sz="1000">
                <a:solidFill>
                  <a:srgbClr val="000000"/>
                </a:solidFill>
              </a:rPr>
              <a:t>S3雲端與JSON輸出驅動的數據處理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JSON輸出驅動視覺化
</a:t>
            </a:r>
            <a:r>
              <a:rPr sz="1000">
                <a:solidFill>
                  <a:srgbClr val="000000"/>
                </a:solidFill>
              </a:rPr>
              <a:t>實時數據可視化與分析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自動化核心概念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MCP協議架構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💾
</a:t>
            </a:r>
            <a:r>
              <a:rPr sz="1300" b="1">
                <a:solidFill>
                  <a:srgbClr val="000000"/>
                </a:solidFill>
              </a:rPr>
              <a:t>數據流程整合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JSON輸出驅動視覺化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