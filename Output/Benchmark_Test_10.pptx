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Agent技術：重新定義軟體工程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AI與大型語言模型正深刻影響現代軟體工程領域</a:t>
            </a:r>
          </a:p>
          <a:p>
            <a:pPr>
              <a:defRPr sz="1800"/>
            </a:pPr>
            <a:r>
              <a:t>提出MCP協議作為核心技術</a:t>
            </a:r>
          </a:p>
          <a:p>
            <a:pPr>
              <a:defRPr sz="1800"/>
            </a:pPr>
            <a:r>
              <a:t>將傳統本地腳本轉化為標準化AI Agent工具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MCP協議：本地腳本轉AI Agent的橋樑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標準化接口定義</a:t>
            </a:r>
          </a:p>
          <a:p>
            <a:pPr>
              <a:defRPr sz="1800"/>
            </a:pPr>
            <a:r>
              <a:t>兼容現有封閉本地腳本</a:t>
            </a:r>
          </a:p>
          <a:p>
            <a:pPr>
              <a:defRPr sz="1800"/>
            </a:pPr>
            <a:r>
              <a:t>實現AI Agent的通用性與可擴展性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報告核心主題：AI Agent的三大面向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自動化工作流：實現複雜任務的智能化執行</a:t>
            </a:r>
          </a:p>
          <a:p>
            <a:pPr>
              <a:defRPr sz="1800"/>
            </a:pPr>
            <a:r>
              <a:t>2. AWS S3整合：雲端服務的無縫協作</a:t>
            </a:r>
          </a:p>
          <a:p>
            <a:pPr>
              <a:defRPr sz="1800"/>
            </a:pPr>
            <a:r>
              <a:t>3. JSON輸出與動態圖表：數據可視化的強大能力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🧠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核心技術概念
</a:t>
            </a:r>
            <a:r>
              <a:rPr sz="1000">
                <a:solidFill>
                  <a:srgbClr val="000000"/>
                </a:solidFill>
              </a:rPr>
              <a:t>AI與大型語言模型的核心技術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協議架構說明
</a:t>
            </a:r>
            <a:r>
              <a:rPr sz="1000">
                <a:solidFill>
                  <a:srgbClr val="000000"/>
                </a:solidFill>
              </a:rPr>
              <a:t>標準化接口實現通用性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應用面向
</a:t>
            </a:r>
            <a:r>
              <a:rPr sz="1000">
                <a:solidFill>
                  <a:srgbClr val="000000"/>
                </a:solidFill>
              </a:rPr>
              <a:t>三大應用面向的整合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🧠
</a:t>
            </a:r>
            <a:r>
              <a:rPr sz="1300" b="1">
                <a:solidFill>
                  <a:srgbClr val="000000"/>
                </a:solidFill>
              </a:rPr>
              <a:t>核心技術概念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協議架構說明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應用面向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