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AI時代的軟體工程轉型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人工智能，尤其是大型語言模型（LLM），正深刻影響現代軟體工程實踐。</a:t>
            </a:r>
          </a:p>
          <a:p>
            <a:pPr>
              <a:defRPr sz="1800"/>
            </a:pPr>
            <a:r>
              <a:t>本次報告提出MCP（模型上下文協議）技術，旨在將傳統本地腳本轉化為標準化的AI Agent工具，推動軟體工程的智能化轉型。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MCP協議：標準化AI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Protocol）是一套用於定義AI Agent行為的標準化協議。</a:t>
            </a:r>
          </a:p>
          <a:p>
            <a:pPr>
              <a:defRPr sz="1800"/>
            </a:pPr>
            <a:r>
              <a:t>其核心功能在於：</a:t>
            </a:r>
          </a:p>
          <a:p>
            <a:pPr>
              <a:defRPr sz="1800"/>
            </a:pPr>
            <a:r>
              <a:t>1. 封裝AI Agent的執行邏輯</a:t>
            </a:r>
          </a:p>
          <a:p>
            <a:pPr>
              <a:defRPr sz="1800"/>
            </a:pPr>
            <a:r>
              <a:t>2. 提供標準化輸入/輸出介面</a:t>
            </a:r>
          </a:p>
          <a:p>
            <a:pPr>
              <a:defRPr sz="1800"/>
            </a:pPr>
            <a:r>
              <a:t>3. 支援多Agent協作與溝通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整合與應用：從S3到動態圖表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本方案重點探討三大關鍵應用：</a:t>
            </a:r>
          </a:p>
          <a:p>
            <a:pPr>
              <a:defRPr sz="1800"/>
            </a:pPr>
            <a:r>
              <a:t>1. AI Agent與AWS S3雲端儲存的整合，實現資料即時存取與處理</a:t>
            </a:r>
          </a:p>
          <a:p>
            <a:pPr>
              <a:defRPr sz="1800"/>
            </a:pPr>
            <a:r>
              <a:t>2. 透過結構化JSON輸出，驅動動態圖表生成</a:t>
            </a:r>
          </a:p>
          <a:p>
            <a:pPr>
              <a:defRPr sz="1800"/>
            </a:pPr>
            <a:r>
              <a:t>3. 建立可擴展的AI Agent生態系統，支援複雜工作流程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AI转型与MCP技术
</a:t>
            </a:r>
            <a:r>
              <a:rPr sz="1000">
                <a:solidFill>
                  <a:srgbClr val="000000"/>
                </a:solidFill>
              </a:rPr>
              <a:t>AI驱动软件工程转型，提出MCP协议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MCP协议核心
</a:t>
            </a:r>
            <a:r>
              <a:rPr sz="1000">
                <a:solidFill>
                  <a:srgbClr val="000000"/>
                </a:solidFill>
              </a:rPr>
              <a:t>封装AI Agent逻辑，提供标准化接口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整合应用
</a:t>
            </a:r>
            <a:r>
              <a:rPr sz="1000">
                <a:solidFill>
                  <a:srgbClr val="000000"/>
                </a:solidFill>
              </a:rPr>
              <a:t>S3整合、动态图表、生态系统构建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AI转型与MCP技术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  <a:r>
              <a:rPr sz="1300" b="1">
                <a:solidFill>
                  <a:srgbClr val="000000"/>
                </a:solidFill>
              </a:rPr>
              <a:t>MCP协议核心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整合应用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