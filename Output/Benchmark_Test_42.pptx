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AI/LLM 對軟體工程的影響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人工智能與大型語言模型的崛起，正深刻改變軟體工程的實踐方式。</a:t>
            </a:r>
          </a:p>
          <a:p>
            <a:pPr>
              <a:defRPr sz="1800"/>
            </a:pPr>
            <a:r>
              <a:t>傳統軟體開發流程中，封閉的本地端腳本限制了自動化與協作的可能性。</a:t>
            </a:r>
          </a:p>
          <a:p>
            <a:pPr>
              <a:defRPr sz="1800"/>
            </a:pPr>
            <a:r>
              <a:t>AI/LLM 的引入，為軟體工程帶來革命性的變革，包括自動化程式碼生成、智慧測試與維護，以及更彈性的開發流程。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協議：關鍵技術解決方案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為應對 AI/LLM 與傳統軟體工程的融合挑戰，我們提出 MCP（Model Context Protocol）協議。</a:t>
            </a:r>
          </a:p>
          <a:p>
            <a:pPr>
              <a:defRPr sz="1800"/>
            </a:pPr>
            <a:r>
              <a:t>MCP 協議的核心價值在於：</a:t>
            </a:r>
          </a:p>
          <a:p>
            <a:pPr>
              <a:defRPr sz="1800"/>
            </a:pPr>
            <a:r>
              <a:t>1. 將原本封閉的本地端腳本轉化為可標準化、可串接的 AI Agent 工具。</a:t>
            </a:r>
          </a:p>
          <a:p>
            <a:pPr>
              <a:defRPr sz="1800"/>
            </a:pPr>
            <a:r>
              <a:t>2. 提供一致的介面與資料格式，促進不同 AI Agent 間的協作。</a:t>
            </a:r>
          </a:p>
          <a:p>
            <a:pPr>
              <a:defRPr sz="1800"/>
            </a:pPr>
            <a:r>
              <a:t>3. 確保 AI Agent 能與現有系統無縫整合。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 的三大應用方向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基於 MCP 協議，本報告將探討 AI Agent 在以下三大方向的應用潛力：</a:t>
            </a:r>
          </a:p>
          <a:p>
            <a:pPr>
              <a:defRPr sz="1800"/>
            </a:pPr>
            <a:r>
              <a:t>1. 自動化工作流：實現跨工具、跨平台的自動化任務協作，大幅提升開發效率與品質。</a:t>
            </a:r>
          </a:p>
          <a:p>
            <a:pPr>
              <a:defRPr sz="1800"/>
            </a:pPr>
            <a:r>
              <a:t>2. AWS S3 雲端整合：利用 AI Agent 進行雲端資源管理與自動化部署，簡化 DevOps 流程。</a:t>
            </a:r>
          </a:p>
          <a:p>
            <a:pPr>
              <a:defRPr sz="1800"/>
            </a:pPr>
            <a:r>
              <a:t>3. 結構化 JSON 輸出與動態圖表繪製：透過 AI Agent 產出結構化資料，並即時生成可視化結果，強化資料分析與決策能力。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🧠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影響軟體工程
</a:t>
            </a:r>
            <a:r>
              <a:rPr sz="1000">
                <a:solidFill>
                  <a:srgbClr val="000000"/>
                </a:solidFill>
              </a:rPr>
              <a:t>AI/LLM 改變軟體開發流程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🧰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 協議介紹
</a:t>
            </a:r>
            <a:r>
              <a:rPr sz="1000">
                <a:solidFill>
                  <a:srgbClr val="000000"/>
                </a:solidFill>
              </a:rPr>
              <a:t>MCP 解決 AI 與軟體工程融合挑戰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🎯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Agent 應用方向
</a:t>
            </a:r>
            <a:r>
              <a:rPr sz="1000">
                <a:solidFill>
                  <a:srgbClr val="000000"/>
                </a:solidFill>
              </a:rPr>
              <a:t>AI Agent 在三大應用方向的潛力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🧠
</a:t>
            </a:r>
            <a:r>
              <a:rPr sz="1300" b="1">
                <a:solidFill>
                  <a:srgbClr val="000000"/>
                </a:solidFill>
              </a:rPr>
              <a:t>AI 影響軟體工程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🧰
</a:t>
            </a:r>
            <a:r>
              <a:rPr sz="1300" b="1">
                <a:solidFill>
                  <a:srgbClr val="000000"/>
                </a:solidFill>
              </a:rPr>
              <a:t>MCP 協議介紹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🎯
</a:t>
            </a:r>
            <a:r>
              <a:rPr sz="1300" b="1">
                <a:solidFill>
                  <a:srgbClr val="000000"/>
                </a:solidFill>
              </a:rPr>
              <a:t>AI Agent 應用方向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