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AI時代的軟體工程革命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為應對此趨勢，MCP（模型上下文協議）技術方案應運而生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Agent的自動化工作流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與AWS S3云端存储的整合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利用结构化JSON输出实现动态图表绘制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MCP的價值與未來展望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MCP將本地封閉腳本轉化為標準化AI Agent工具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強調開放性與標準化，為軟體工程帶來新可能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觸發節點
</a:t>
            </a:r>
            <a:r>
              <a:rPr sz="1000">
                <a:solidFill>
                  <a:srgbClr val="000000"/>
                </a:solidFill>
              </a:rPr>
              <a:t>AI Agent自動化工作流啟動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處理節點
</a:t>
            </a:r>
            <a:r>
              <a:rPr sz="1000">
                <a:solidFill>
                  <a:srgbClr val="000000"/>
                </a:solidFill>
              </a:rPr>
              <a:t>整合AWS S3云端存储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輸出節點
</a:t>
            </a:r>
            <a:r>
              <a:rPr sz="1000">
                <a:solidFill>
                  <a:srgbClr val="000000"/>
                </a:solidFill>
              </a:rPr>
              <a:t>JSON結構化動態圖表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觸發節點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處理節點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輸出節點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