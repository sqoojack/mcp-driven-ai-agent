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核心創新：MCP協議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提出MCP（Model Context Protocol）協議</a:t>
            </a:r>
          </a:p>
          <a:p>
            <a:pPr>
              <a:defRPr sz="1800"/>
            </a:pPr>
            <a:r>
              <a:t>將封閉本地端腳本轉化為標準化AI Agent工具</a:t>
            </a:r>
          </a:p>
          <a:p>
            <a:pPr>
              <a:defRPr sz="1800"/>
            </a:pPr>
            <a:r>
              <a:t>實現軟體工程流程的協同與互通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Agent的自動化工作流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基於LLM實現任務流程自動化</a:t>
            </a:r>
          </a:p>
          <a:p>
            <a:pPr>
              <a:defRPr sz="1800"/>
            </a:pPr>
            <a:r>
              <a:t>支援複雜軟體工程場景</a:t>
            </a:r>
          </a:p>
          <a:p>
            <a:pPr>
              <a:defRPr sz="1800"/>
            </a:pPr>
            <a:r>
              <a:t>提升開發效率與準確性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雲端整合與結構化輸出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整合AWS S3雲端存儲服務</a:t>
            </a:r>
          </a:p>
          <a:p>
            <a:pPr>
              <a:defRPr sz="1800"/>
            </a:pPr>
            <a:r>
              <a:t>透過結構化JSON格式輸出</a:t>
            </a:r>
          </a:p>
          <a:p>
            <a:pPr>
              <a:defRPr sz="1800"/>
            </a:pPr>
            <a:r>
              <a:t>實現動態圖表繪製與數據可視化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💡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MCP協議基礎
</a:t>
            </a:r>
            <a:r>
              <a:rPr sz="1000">
                <a:solidFill>
                  <a:srgbClr val="000000"/>
                </a:solidFill>
              </a:rPr>
              <a:t>引入MCP協議，實現本地腳本標準化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Agent工作流
</a:t>
            </a:r>
            <a:r>
              <a:rPr sz="1000">
                <a:solidFill>
                  <a:srgbClr val="000000"/>
                </a:solidFill>
              </a:rPr>
              <a:t>基於LLM實現自動化任務流程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雲端整合
</a:t>
            </a:r>
            <a:r>
              <a:rPr sz="1000">
                <a:solidFill>
                  <a:srgbClr val="000000"/>
                </a:solidFill>
              </a:rPr>
              <a:t>整合AWS S3並輸出結構化數據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💡
</a:t>
            </a:r>
            <a:r>
              <a:rPr sz="1300" b="1">
                <a:solidFill>
                  <a:srgbClr val="000000"/>
                </a:solidFill>
              </a:rPr>
              <a:t>MCP協議基礎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  <a:r>
              <a:rPr sz="1300" b="1">
                <a:solidFill>
                  <a:srgbClr val="000000"/>
                </a:solidFill>
              </a:rPr>
              <a:t>AI Agent工作流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雲端整合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