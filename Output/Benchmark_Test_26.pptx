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Agent工具與整合方案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AI與大型語言模型正深刻影響現代軟體工程架構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本報告提出MCP（Model Context Protocol）協議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旨在將傳統本地端腳本轉化為標準化AI Agent工具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MCP協議核心解決方案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MCP協議的核心價值在於實現以下轉化：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• 將封閉式本地端腳本轉為標準化AI Agent工具</a:t>
            </a:r>
          </a:p>
          <a:p>
            <a:pPr>
              <a:defRPr sz="1800"/>
            </a:pPr>
            <a:r>
              <a:t>• 提供一致的介面與互動標準</a:t>
            </a:r>
          </a:p>
          <a:p>
            <a:pPr>
              <a:defRPr sz="1800"/>
            </a:pPr>
            <a:r>
              <a:t>• 支援跨平台、跨系統整合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報告核心主題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本報告將探討三大關鍵主題：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1. AI Agent自動化工作流實現</a:t>
            </a:r>
          </a:p>
          <a:p>
            <a:pPr>
              <a:defRPr sz="1800"/>
            </a:pPr>
            <a:r>
              <a:t>2. 與AWS S3雲端服務的整合方案</a:t>
            </a:r>
          </a:p>
          <a:p>
            <a:pPr>
              <a:defRPr sz="1800"/>
            </a:pPr>
            <a:r>
              <a:t>3. 基於JSON輸出的動態圖表生成技術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清單圖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828800"/>
            <a:ext cx="2011680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⚙️
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2743200"/>
            <a:ext cx="2011680" cy="1828800"/>
          </a:xfrm>
          <a:prstGeom prst="roundRect">
            <a:avLst/>
          </a:prstGeom>
          <a:solidFill>
            <a:srgbClr val="DA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</a:rPr>
              <a:t>AI Agent自動化工作流
</a:t>
            </a:r>
            <a:r>
              <a:rPr sz="1000">
                <a:solidFill>
                  <a:srgbClr val="000000"/>
                </a:solidFill>
              </a:rPr>
              <a:t>定義AI Agent核心架構與功能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468880" y="1828800"/>
            <a:ext cx="2011680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📊
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468880" y="2743200"/>
            <a:ext cx="2011680" cy="1828800"/>
          </a:xfrm>
          <a:prstGeom prst="roundRect">
            <a:avLst/>
          </a:prstGeom>
          <a:solidFill>
            <a:srgbClr val="DA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</a:rPr>
              <a:t>MCP協議標準化
</a:t>
            </a:r>
            <a:r>
              <a:rPr sz="1000">
                <a:solidFill>
                  <a:srgbClr val="000000"/>
                </a:solidFill>
              </a:rPr>
              <a:t>建立AI Agent間通訊與整合標準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1828800"/>
            <a:ext cx="2011680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🔌
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2743200"/>
            <a:ext cx="2011680" cy="1828800"/>
          </a:xfrm>
          <a:prstGeom prst="roundRect">
            <a:avLst/>
          </a:prstGeom>
          <a:solidFill>
            <a:srgbClr val="DA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</a:rPr>
              <a:t>AWS S3整合方案
</a:t>
            </a:r>
            <a:r>
              <a:rPr sz="1000">
                <a:solidFill>
                  <a:srgbClr val="000000"/>
                </a:solidFill>
              </a:rPr>
              <a:t>實現雲端存儲與自動化工作流連接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1828800"/>
            <a:ext cx="2011680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📈
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0" y="2743200"/>
            <a:ext cx="2011680" cy="1828800"/>
          </a:xfrm>
          <a:prstGeom prst="roundRect">
            <a:avLst/>
          </a:prstGeom>
          <a:solidFill>
            <a:srgbClr val="DA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</a:rPr>
              <a:t>JSON動態圖表生成
</a:t>
            </a:r>
            <a:r>
              <a:rPr sz="1000">
                <a:solidFill>
                  <a:srgbClr val="000000"/>
                </a:solidFill>
              </a:rPr>
              <a:t>基於輸出數據實時創建視覺化技術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循環圖</a:t>
            </a:r>
          </a:p>
        </p:txBody>
      </p:sp>
      <p:sp>
        <p:nvSpPr>
          <p:cNvPr id="3" name="Oval 2"/>
          <p:cNvSpPr/>
          <p:nvPr/>
        </p:nvSpPr>
        <p:spPr>
          <a:xfrm>
            <a:off x="3657600" y="1325880"/>
            <a:ext cx="1828800" cy="1645920"/>
          </a:xfrm>
          <a:prstGeom prst="ellipse">
            <a:avLst/>
          </a:prstGeom>
          <a:solidFill>
            <a:srgbClr val="DD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⚙️
</a:t>
            </a:r>
            <a:r>
              <a:rPr sz="1300" b="1">
                <a:solidFill>
                  <a:srgbClr val="000000"/>
                </a:solidFill>
              </a:rPr>
              <a:t>AI Agent自動化工作流
</a:t>
            </a:r>
          </a:p>
        </p:txBody>
      </p:sp>
      <p:sp>
        <p:nvSpPr>
          <p:cNvPr id="4" name="Oval 3"/>
          <p:cNvSpPr/>
          <p:nvPr/>
        </p:nvSpPr>
        <p:spPr>
          <a:xfrm>
            <a:off x="5394960" y="3063240"/>
            <a:ext cx="1828800" cy="1645920"/>
          </a:xfrm>
          <a:prstGeom prst="ellipse">
            <a:avLst/>
          </a:prstGeom>
          <a:solidFill>
            <a:srgbClr val="DD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📊
</a:t>
            </a:r>
            <a:r>
              <a:rPr sz="1300" b="1">
                <a:solidFill>
                  <a:srgbClr val="000000"/>
                </a:solidFill>
              </a:rPr>
              <a:t>MCP協議標準化
</a:t>
            </a:r>
          </a:p>
        </p:txBody>
      </p:sp>
      <p:sp>
        <p:nvSpPr>
          <p:cNvPr id="5" name="Oval 4"/>
          <p:cNvSpPr/>
          <p:nvPr/>
        </p:nvSpPr>
        <p:spPr>
          <a:xfrm>
            <a:off x="3657600" y="4800600"/>
            <a:ext cx="1828800" cy="1645920"/>
          </a:xfrm>
          <a:prstGeom prst="ellipse">
            <a:avLst/>
          </a:prstGeom>
          <a:solidFill>
            <a:srgbClr val="DD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🔌
</a:t>
            </a:r>
            <a:r>
              <a:rPr sz="1300" b="1">
                <a:solidFill>
                  <a:srgbClr val="000000"/>
                </a:solidFill>
              </a:rPr>
              <a:t>AWS S3整合方案
</a:t>
            </a:r>
          </a:p>
        </p:txBody>
      </p:sp>
      <p:sp>
        <p:nvSpPr>
          <p:cNvPr id="6" name="Oval 5"/>
          <p:cNvSpPr/>
          <p:nvPr/>
        </p:nvSpPr>
        <p:spPr>
          <a:xfrm>
            <a:off x="1920240" y="3063240"/>
            <a:ext cx="1828800" cy="1645920"/>
          </a:xfrm>
          <a:prstGeom prst="ellipse">
            <a:avLst/>
          </a:prstGeom>
          <a:solidFill>
            <a:srgbClr val="DD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📈
</a:t>
            </a:r>
            <a:r>
              <a:rPr sz="1300" b="1">
                <a:solidFill>
                  <a:srgbClr val="000000"/>
                </a:solidFill>
              </a:rPr>
              <a:t>JSON動態圖表生成
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