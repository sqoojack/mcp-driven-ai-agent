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背景與趨勢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人工智能（AI）與大型語言模型（LLM）正深刻影響現代軟體工程架構</a:t>
            </a:r>
          </a:p>
          <a:p>
            <a:pPr>
              <a:defRPr sz="1800"/>
            </a:pPr>
            <a:r>
              <a:t>軟體開發模式正從傳統方式向AI驅動轉型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核心創新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MCP（模型上下文協議）技術</a:t>
            </a:r>
          </a:p>
          <a:p>
            <a:pPr>
              <a:defRPr sz="1800"/>
            </a:pPr>
            <a:r>
              <a:t>將原本封閉的本地腳本轉化為標準化的AI Agent工具</a:t>
            </a:r>
          </a:p>
          <a:p>
            <a:pPr>
              <a:defRPr sz="1800"/>
            </a:pPr>
            <a:r>
              <a:t>實現軟體工程流程的智能化轉型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應用展望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自動化工作流：實現軟體開發流程自動化</a:t>
            </a:r>
          </a:p>
          <a:p>
            <a:pPr>
              <a:defRPr sz="1800"/>
            </a:pPr>
            <a:r>
              <a:t>2. AWS S3雲端整合：提升資料處理與存儲效率</a:t>
            </a:r>
          </a:p>
          <a:p>
            <a:pPr>
              <a:defRPr sz="1800"/>
            </a:pPr>
            <a:r>
              <a:t>3. 機能增強：透過結構化JSON輸出與動態圖表提升分析能力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AI影響軟體工程
</a:t>
            </a:r>
            <a:r>
              <a:rPr sz="1000">
                <a:solidFill>
                  <a:srgbClr val="000000"/>
                </a:solidFill>
              </a:rPr>
              <a:t>AI與LLM改變軟體開發模式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MCP技術
</a:t>
            </a:r>
            <a:r>
              <a:rPr sz="1000">
                <a:solidFill>
                  <a:srgbClr val="000000"/>
                </a:solidFill>
              </a:rPr>
              <a:t>將本地腳本轉化為標準化AI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✅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應用成果
</a:t>
            </a:r>
            <a:r>
              <a:rPr sz="1000">
                <a:solidFill>
                  <a:srgbClr val="000000"/>
                </a:solidFill>
              </a:rPr>
              <a:t>自動化、雲端整合與功能增強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  <a:r>
              <a:rPr sz="1300" b="1">
                <a:solidFill>
                  <a:srgbClr val="000000"/>
                </a:solidFill>
              </a:rPr>
              <a:t>AI影響軟體工程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MCP技術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✅
</a:t>
            </a:r>
            <a:r>
              <a:rPr sz="1300" b="1">
                <a:solidFill>
                  <a:srgbClr val="000000"/>
                </a:solidFill>
              </a:rPr>
              <a:t>應用成果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