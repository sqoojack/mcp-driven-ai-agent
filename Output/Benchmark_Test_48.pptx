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MCP協議：AI Agent工具的轉型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AI與大型語言模型正在改變軟體工程，</a:t>
            </a:r>
          </a:p>
          <a:p>
            <a:pPr>
              <a:defRPr sz="1800"/>
            </a:pPr>
            <a:r>
              <a:t>引進MCP（Model Context Protocol）協議，</a:t>
            </a:r>
          </a:p>
          <a:p>
            <a:pPr>
              <a:defRPr sz="1800"/>
            </a:pPr>
            <a:r>
              <a:t>目標是將封閉的本地端腳本轉化為標準化的AI Agent工具。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核心主題探討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Agent的自動化工作流：</a:t>
            </a:r>
          </a:p>
          <a:p>
            <a:pPr>
              <a:defRPr sz="1800"/>
            </a:pPr>
            <a:r>
              <a:t>探討如何利用AI Agent實現自動化任務流程。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S3雲端整合：</a:t>
            </a:r>
          </a:p>
          <a:p>
            <a:pPr>
              <a:defRPr sz="1800"/>
            </a:pPr>
            <a:r>
              <a:t>說明AI Agent如何與AWS S3雲存儲服務進行整合。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JSON輸出動態圖表：</a:t>
            </a:r>
          </a:p>
          <a:p>
            <a:pPr>
              <a:defRPr sz="1800"/>
            </a:pPr>
            <a:r>
              <a:t>描述如何利用AI Agent輸出的結構化JSON數據來動態生成圖表。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技術整合與應用價值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結合AI Agent、雲端服務與視覺化技術，</a:t>
            </a:r>
          </a:p>
          <a:p>
            <a:pPr>
              <a:defRPr sz="1800"/>
            </a:pPr>
            <a:r>
              <a:t>打造標準化、可擴展的自動化解決方案，</a:t>
            </a:r>
          </a:p>
          <a:p>
            <a:pPr>
              <a:defRPr sz="1800"/>
            </a:pPr>
            <a:r>
              <a:t>為軟體工程帶來新可能。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協議核心概念
</a:t>
            </a:r>
            <a:r>
              <a:rPr sz="1000">
                <a:solidFill>
                  <a:srgbClr val="000000"/>
                </a:solidFill>
              </a:rPr>
              <a:t>MCP協議介紹與AI Agent工具轉型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AI Agent任務流程實現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S3雲端整合
</a:t>
            </a:r>
            <a:r>
              <a:rPr sz="1000">
                <a:solidFill>
                  <a:srgbClr val="000000"/>
                </a:solidFill>
              </a:rPr>
              <a:t>AWS S3服務整合說明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JSON動態圖表
</a:t>
            </a:r>
            <a:r>
              <a:rPr sz="1000">
                <a:solidFill>
                  <a:srgbClr val="000000"/>
                </a:solidFill>
              </a:rPr>
              <a:t>JSON數據視覺化生成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協議核心概念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  <a:r>
              <a:rPr sz="1300" b="1">
                <a:solidFill>
                  <a:srgbClr val="000000"/>
                </a:solidFill>
              </a:rPr>
              <a:t>S3雲端整合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JSON動態圖表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