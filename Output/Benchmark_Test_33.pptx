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AI與LLM的軟體工程革命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介紹MCP（模型上下文協議）技術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MCP將傳統封閉式本地端腳本轉化為標準化的AI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實現AI Agent工具的標準化與可互操作性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促進不同系統間的協作與整合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為AI Agent工具定義清晰的接口與行為規範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Agent工具的關鍵應用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自動化工作流：實現複雜任務的自動化執行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S3整合：與雲端存儲服務的無縫對接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JSON輸出動態圖表：利用結構化數據進行可視化呈現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MCP核心概念
</a:t>
            </a:r>
            <a:r>
              <a:rPr sz="1000">
                <a:solidFill>
                  <a:srgbClr val="000000"/>
                </a:solidFill>
              </a:rPr>
              <a:t>將傳統本地端腳本轉為標準化AI Agent工具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🤝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MCP核心價值
</a:t>
            </a:r>
            <a:r>
              <a:rPr sz="1000">
                <a:solidFill>
                  <a:srgbClr val="000000"/>
                </a:solidFill>
              </a:rPr>
              <a:t>實現標準化與跨系統協作接口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Agent關鍵應用
</a:t>
            </a:r>
            <a:r>
              <a:rPr sz="1000">
                <a:solidFill>
                  <a:srgbClr val="000000"/>
                </a:solidFill>
              </a:rPr>
              <a:t>自動化工作流、雲端整合、數據可視化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  <a:r>
              <a:rPr sz="1300" b="1">
                <a:solidFill>
                  <a:srgbClr val="000000"/>
                </a:solidFill>
              </a:rPr>
              <a:t>MCP核心概念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🤝
</a:t>
            </a:r>
            <a:r>
              <a:rPr sz="1300" b="1">
                <a:solidFill>
                  <a:srgbClr val="000000"/>
                </a:solidFill>
              </a:rPr>
              <a:t>MCP核心價值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Agent關鍵應用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