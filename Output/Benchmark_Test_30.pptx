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Agent工具與MCP協議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背景與趨勢：AI與大型語言模型深刻影響現代軟體工程發展方向</a:t>
            </a:r>
          </a:p>
          <a:p>
            <a:pPr>
              <a:defRPr sz="1800"/>
            </a:pPr>
            <a:r>
              <a:t>核心技術介紹：MCP協議將傳統封閉式本地端腳本轉型為標準化AI Agent工具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Agent自動化工作流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探討AI Agent實現自動化任務流程</a:t>
            </a:r>
          </a:p>
          <a:p>
            <a:pPr>
              <a:defRPr sz="1800"/>
            </a:pPr>
            <a:r>
              <a:t>強調標準化帶來的可擴展性與模組化優勢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S3整合與JSON輸出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說明AI Agent與AWS S3雲端服務整合方案</a:t>
            </a:r>
          </a:p>
          <a:p>
            <a:pPr>
              <a:defRPr sz="1800"/>
            </a:pPr>
            <a:r>
              <a:t>描述AI Agent輸出結構化JSON數據並動態生成圖表的應用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清單圖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🔍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技術背景與介紹
</a:t>
            </a:r>
            <a:r>
              <a:rPr sz="1000">
                <a:solidFill>
                  <a:srgbClr val="000000"/>
                </a:solidFill>
              </a:rPr>
              <a:t>介紹AI影響與MCP協議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🧩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自動化工作流
</a:t>
            </a:r>
            <a:r>
              <a:rPr sz="1000">
                <a:solidFill>
                  <a:srgbClr val="000000"/>
                </a:solidFill>
              </a:rPr>
              <a:t>探討AI Agent實現自動化任務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💾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整合應用
</a:t>
            </a:r>
            <a:r>
              <a:rPr sz="1000">
                <a:solidFill>
                  <a:srgbClr val="000000"/>
                </a:solidFill>
              </a:rPr>
              <a:t>說明AI Agent與AWS S3整合及JSON輸出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循環圖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41732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🔍
</a:t>
            </a:r>
            <a:r>
              <a:rPr sz="1300" b="1">
                <a:solidFill>
                  <a:srgbClr val="000000"/>
                </a:solidFill>
              </a:rPr>
              <a:t>技術背景與介紹
</a:t>
            </a:r>
          </a:p>
        </p:txBody>
      </p:sp>
      <p:sp>
        <p:nvSpPr>
          <p:cNvPr id="4" name="Oval 3"/>
          <p:cNvSpPr/>
          <p:nvPr/>
        </p:nvSpPr>
        <p:spPr>
          <a:xfrm>
            <a:off x="5083008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🧩
</a:t>
            </a:r>
            <a:r>
              <a:rPr sz="1300" b="1">
                <a:solidFill>
                  <a:srgbClr val="000000"/>
                </a:solidFill>
              </a:rPr>
              <a:t>自動化工作流
</a:t>
            </a:r>
          </a:p>
        </p:txBody>
      </p:sp>
      <p:sp>
        <p:nvSpPr>
          <p:cNvPr id="5" name="Oval 4"/>
          <p:cNvSpPr/>
          <p:nvPr/>
        </p:nvSpPr>
        <p:spPr>
          <a:xfrm>
            <a:off x="2232191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💾
</a:t>
            </a:r>
            <a:r>
              <a:rPr sz="1300" b="1">
                <a:solidFill>
                  <a:srgbClr val="000000"/>
                </a:solidFill>
              </a:rPr>
              <a:t>整合應用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