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人工智能與大型語言模型正深刻改變現代軟體工程領域</a:t>
            </a:r>
          </a:p>
          <a:p>
            <a:pPr>
              <a:defRPr sz="1800"/>
            </a:pPr>
            <a:r>
              <a:t>傳統開發模式面臨挑戰，需引入新工具與協議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協議旨在將本地腳本轉化為 AI Agent 工具</a:t>
            </a:r>
          </a:p>
          <a:p>
            <a:pPr>
              <a:defRPr sz="1800"/>
            </a:pPr>
            <a:r>
              <a:t>提供開放、標準化的 AI Agent 操作框架</a:t>
            </a:r>
          </a:p>
          <a:p>
            <a:pPr>
              <a:defRPr sz="1800"/>
            </a:pPr>
            <a:r>
              <a:t>促進不同系統間的協作與整合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的關鍵能力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自動化工作流：實現複雜任務的自動化執行</a:t>
            </a:r>
          </a:p>
          <a:p>
            <a:pPr>
              <a:defRPr sz="1800"/>
            </a:pPr>
            <a:r>
              <a:t>2. AWS S3 整合：支援雲端存儲與資料交換</a:t>
            </a:r>
          </a:p>
          <a:p>
            <a:pPr>
              <a:defRPr sz="1800"/>
            </a:pPr>
            <a:r>
              <a:t>3. 數據可視化：透過結構化 JSON 輸出生成動態圖表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AI對軟體工程影響
</a:t>
            </a:r>
            <a:r>
              <a:rPr sz="1000">
                <a:solidFill>
                  <a:srgbClr val="000000"/>
                </a:solidFill>
              </a:rPr>
              <a:t>AI 改變軟體工程模式，需新工具協議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MCP協議核心價值
</a:t>
            </a:r>
            <a:r>
              <a:rPr sz="1000">
                <a:solidFill>
                  <a:srgbClr val="000000"/>
                </a:solidFill>
              </a:rPr>
              <a:t>提供標準化 AI Agent 操作框架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Agent關鍵能力
</a:t>
            </a:r>
            <a:r>
              <a:rPr sz="1000">
                <a:solidFill>
                  <a:srgbClr val="000000"/>
                </a:solidFill>
              </a:rPr>
              <a:t>自動化工作流、S3整合、數據視覺化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AI對軟體工程影響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MCP協議核心價值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Agent關鍵能力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