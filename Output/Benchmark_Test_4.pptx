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背景與趨勢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人工智能（AI）與大型語言模型（LLM）正深刻改變軟體工程模式。</a:t>
            </a:r>
          </a:p>
          <a:p>
            <a:pPr>
              <a:defRPr sz="1800"/>
            </a:pPr>
            <a:r>
              <a:t>• 自動化工作流成為關鍵趨勢</a:t>
            </a:r>
          </a:p>
          <a:p>
            <a:pPr>
              <a:defRPr sz="1800"/>
            </a:pPr>
            <a:r>
              <a:t>• 本地端封閉腳本轉向云端協作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核心技術：MCP協議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MCP（Model Context Protocol）協議將本地端封閉腳本轉化為標準化AI Agent工具。</a:t>
            </a:r>
          </a:p>
          <a:p>
            <a:pPr>
              <a:defRPr sz="1800"/>
            </a:pPr>
            <a:r>
              <a:t>• 提供標準化接口</a:t>
            </a:r>
          </a:p>
          <a:p>
            <a:pPr>
              <a:defRPr sz="1800"/>
            </a:pPr>
            <a:r>
              <a:t>• 支援跨平台協作</a:t>
            </a:r>
          </a:p>
          <a:p>
            <a:pPr>
              <a:defRPr sz="1800"/>
            </a:pPr>
            <a:r>
              <a:t>• 促進AI Agent間的互操作性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報告重點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探討三大技術方向：</a:t>
            </a:r>
          </a:p>
          <a:p>
            <a:pPr>
              <a:defRPr sz="1800"/>
            </a:pPr>
            <a:r>
              <a:t>1. AI Agent自動化工作流實現</a:t>
            </a:r>
          </a:p>
          <a:p>
            <a:pPr>
              <a:defRPr sz="1800"/>
            </a:pPr>
            <a:r>
              <a:t>2. AWS S3雲端整合方案</a:t>
            </a:r>
          </a:p>
          <a:p>
            <a:pPr>
              <a:defRPr sz="1800"/>
            </a:pPr>
            <a:r>
              <a:t>3. JSON輸出驅動動態圖表繪製</a:t>
            </a:r>
          </a:p>
          <a:p>
            <a:pPr>
              <a:defRPr sz="1800"/>
            </a:pPr>
            <a:r>
              <a:t>• 目標：提升軟體工程效率與能力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AI趨勢
</a:t>
            </a:r>
            <a:r>
              <a:rPr sz="1000">
                <a:solidFill>
                  <a:srgbClr val="000000"/>
                </a:solidFill>
              </a:rPr>
              <a:t>AI 改變軟體工程模式，自動化工作流趨勢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標準化協作
</a:t>
            </a:r>
            <a:r>
              <a:rPr sz="1000">
                <a:solidFill>
                  <a:srgbClr val="000000"/>
                </a:solidFill>
              </a:rPr>
              <a:t>MCP協議實現跨平台AI Agent互操作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技術整合
</a:t>
            </a:r>
            <a:r>
              <a:rPr sz="1000">
                <a:solidFill>
                  <a:srgbClr val="000000"/>
                </a:solidFill>
              </a:rPr>
              <a:t>結合三大方向：自動化、AWS S3、JSON輸出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成果呈現
</a:t>
            </a:r>
            <a:r>
              <a:rPr sz="1000">
                <a:solidFill>
                  <a:srgbClr val="000000"/>
                </a:solidFill>
              </a:rPr>
              <a:t>JSON驅動動態圖表提升工程效率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AI趨勢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標準化協作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  <a:r>
              <a:rPr sz="1300" b="1">
                <a:solidFill>
                  <a:srgbClr val="000000"/>
                </a:solidFill>
              </a:rPr>
              <a:t>技術整合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成果呈現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