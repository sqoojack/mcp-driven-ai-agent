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Agent工具的標準化協議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MCP（Model Context Protocol）協議旨在將傳統本地端腳本轉變為標準化的AI Agent工具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提供標準化交互框架，促進不同AI Agent間的互操作性</a:t>
            </a:r>
          </a:p>
          <a:p>
            <a:pPr>
              <a:defRPr sz="1800"/>
            </a:pPr>
            <a:r>
              <a:t>• 支持封閉式本地端腳本的轉型，提升工具的可組合性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報告核心主題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本報告將探討以下三大方向：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自動化工作流：AI Agent如何實現流程自動化與智能決策</a:t>
            </a:r>
          </a:p>
          <a:p>
            <a:pPr>
              <a:defRPr sz="1800"/>
            </a:pPr>
            <a:r>
              <a:t>2. AWS S3雲端整合：AI Agent與雲存儲服務的無縫對接方案</a:t>
            </a:r>
          </a:p>
          <a:p>
            <a:pPr>
              <a:defRPr sz="1800"/>
            </a:pPr>
            <a:r>
              <a:t>3. 結構化JSON輸出與動態圖表：數據可視化與實時分析能力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MCP協議的關鍵優勢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標準化：定義一致的交互語義，降低部署門檻</a:t>
            </a:r>
          </a:p>
          <a:p>
            <a:pPr>
              <a:defRPr sz="1800"/>
            </a:pPr>
            <a:r>
              <a:t>• 雲端整合：支持與AWS S3等雲服務的即時數據交換</a:t>
            </a:r>
          </a:p>
          <a:p>
            <a:pPr>
              <a:defRPr sz="1800"/>
            </a:pPr>
            <a:r>
              <a:t>• 數據可視化：透過結構化JSON輸出，實現動態圖表生成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這些特性將為AI Agent的實際建設提供關鍵技術支撐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🔧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標準化協議
</a:t>
            </a:r>
            <a:r>
              <a:rPr sz="1000">
                <a:solidFill>
                  <a:srgbClr val="000000"/>
                </a:solidFill>
              </a:rPr>
              <a:t>MCP協議的核心功能與優勢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自動化流程
</a:t>
            </a:r>
            <a:r>
              <a:rPr sz="1000">
                <a:solidFill>
                  <a:srgbClr val="000000"/>
                </a:solidFill>
              </a:rPr>
              <a:t>AI Agent的流程自動化與智能決策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雲端整合方案
</a:t>
            </a:r>
            <a:r>
              <a:rPr sz="1000">
                <a:solidFill>
                  <a:srgbClr val="000000"/>
                </a:solidFill>
              </a:rPr>
              <a:t>AWS S3與AI Agent的無縫對接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JSON輸出
</a:t>
            </a:r>
            <a:r>
              <a:rPr sz="1000">
                <a:solidFill>
                  <a:srgbClr val="000000"/>
                </a:solidFill>
              </a:rPr>
              <a:t>結構化數據與動態圖表生成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🔧
</a:t>
            </a:r>
            <a:r>
              <a:rPr sz="1300" b="1">
                <a:solidFill>
                  <a:srgbClr val="000000"/>
                </a:solidFill>
              </a:rPr>
              <a:t>標準化協議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自動化流程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  <a:r>
              <a:rPr sz="1300" b="1">
                <a:solidFill>
                  <a:srgbClr val="000000"/>
                </a:solidFill>
              </a:rPr>
              <a:t>雲端整合方案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JSON輸出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