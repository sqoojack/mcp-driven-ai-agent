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人工智能與大型語言模型正深刻改變現代軟體工程的實踐方式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本報告將聚焦於 MCP 協議，一種旨在將傳統封閉式本地腳本轉化為標準化 AI Agent 工具的解決方案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協議通過標準化機制，實現 AI Agent 工具的互操作性與可組合性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它促進了從封閉式本地腳本向可部署、可擴展 AI Agent 的轉型，為軟體工程帶來新可能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 自動化工作流的設計與實現</a:t>
            </a:r>
          </a:p>
          <a:p>
            <a:pPr>
              <a:defRPr sz="1800"/>
            </a:pPr>
            <a:r>
              <a:t>2. 基於 AWS S3 的雲端整合方案</a:t>
            </a:r>
          </a:p>
          <a:p>
            <a:pPr>
              <a:defRPr sz="1800"/>
            </a:pPr>
            <a:r>
              <a:t>3. 利用結構化 JSON 輸出進行動態圖表繪製的技術探討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 協議核心
</a:t>
            </a:r>
            <a:r>
              <a:rPr sz="1000">
                <a:solidFill>
                  <a:srgbClr val="000000"/>
                </a:solidFill>
              </a:rPr>
              <a:t>標準化AI Agent工具，提升互操作性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設計AI Agent
</a:t>
            </a:r>
            <a:r>
              <a:rPr sz="1000">
                <a:solidFill>
                  <a:srgbClr val="000000"/>
                </a:solidFill>
              </a:rPr>
              <a:t>自動化工作流設計與實現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整合服務
</a:t>
            </a:r>
            <a:r>
              <a:rPr sz="1000">
                <a:solidFill>
                  <a:srgbClr val="000000"/>
                </a:solidFill>
              </a:rPr>
              <a:t>AWS S3雲端整合方案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輸出結果
</a:t>
            </a:r>
            <a:r>
              <a:rPr sz="1000">
                <a:solidFill>
                  <a:srgbClr val="000000"/>
                </a:solidFill>
              </a:rPr>
              <a:t>基於JSON輸出的技術探討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MCP 協議核心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設計AI Agent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整合服務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輸出結果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