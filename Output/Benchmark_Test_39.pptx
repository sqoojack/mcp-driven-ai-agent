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AI重塑軟體工程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人工智能與大型語言模型正深刻改變現代軟體工程的實踐方式</a:t>
            </a:r>
          </a:p>
          <a:p>
            <a:pPr>
              <a:defRPr sz="1800"/>
            </a:pPr>
            <a:r>
              <a:t>• 自動化代碼生成與測試</a:t>
            </a:r>
          </a:p>
          <a:p>
            <a:pPr>
              <a:defRPr sz="1800"/>
            </a:pPr>
            <a:r>
              <a:t>• 智能缺陷修復與優化</a:t>
            </a:r>
          </a:p>
          <a:p>
            <a:pPr>
              <a:defRPr sz="1800"/>
            </a:pPr>
            <a:r>
              <a:t>• 效率提升與成本降低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MCP協議：標準化AI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MCP協議旨在將傳統封閉式本地腳本轉化為標準化的AI Agent工具</a:t>
            </a:r>
          </a:p>
          <a:p>
            <a:pPr>
              <a:defRPr sz="1800"/>
            </a:pPr>
            <a:r>
              <a:t>• 提供通用接口與通信標準</a:t>
            </a:r>
          </a:p>
          <a:p>
            <a:pPr>
              <a:defRPr sz="1800"/>
            </a:pPr>
            <a:r>
              <a:t>• 支持跨平台、跨團隊協作</a:t>
            </a:r>
          </a:p>
          <a:p>
            <a:pPr>
              <a:defRPr sz="1800"/>
            </a:pPr>
            <a:r>
              <a:t>• 促進AI Agent生態系統的建立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報告內容概要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Agent自動化工作流探討</a:t>
            </a:r>
          </a:p>
          <a:p>
            <a:pPr>
              <a:defRPr sz="1800"/>
            </a:pPr>
            <a:r>
              <a:t>• 工作流引擎設計與實現</a:t>
            </a:r>
          </a:p>
          <a:p>
            <a:pPr>
              <a:defRPr sz="1800"/>
            </a:pPr>
            <a:r>
              <a:t>• 智能決策機制與優化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AI Agent與AWS S3整合</a:t>
            </a:r>
          </a:p>
          <a:p>
            <a:pPr>
              <a:defRPr sz="1800"/>
            </a:pPr>
            <a:r>
              <a:t>• 數據存儲與管理方案</a:t>
            </a:r>
          </a:p>
          <a:p>
            <a:pPr>
              <a:defRPr sz="1800"/>
            </a:pPr>
            <a:r>
              <a:t>• 安全性與權限控制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JSON輸出驅動的動態圖表</a:t>
            </a:r>
          </a:p>
          <a:p>
            <a:pPr>
              <a:defRPr sz="1800"/>
            </a:pPr>
            <a:r>
              <a:t>• 結構化數據轉換技術</a:t>
            </a:r>
          </a:p>
          <a:p>
            <a:pPr>
              <a:defRPr sz="1800"/>
            </a:pPr>
            <a:r>
              <a:t>• 圖表實時生成與更新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工作流引擎設計
</a:t>
            </a:r>
            <a:r>
              <a:rPr sz="1000">
                <a:solidFill>
                  <a:srgbClr val="000000"/>
                </a:solidFill>
              </a:rPr>
              <a:t>設計工作流引擎的核心架構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數據存儲整合
</a:t>
            </a:r>
            <a:r>
              <a:rPr sz="1000">
                <a:solidFill>
                  <a:srgbClr val="000000"/>
                </a:solidFill>
              </a:rPr>
              <a:t>整合AWS S3存儲方案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JSON圖表生成
</a:t>
            </a:r>
            <a:r>
              <a:rPr sz="1000">
                <a:solidFill>
                  <a:srgbClr val="000000"/>
                </a:solidFill>
              </a:rPr>
              <a:t>將數據轉換為動態視覺化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工作流引擎設計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  <a:r>
              <a:rPr sz="1300" b="1">
                <a:solidFill>
                  <a:srgbClr val="000000"/>
                </a:solidFill>
              </a:rPr>
              <a:t>數據存儲整合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JSON圖表生成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