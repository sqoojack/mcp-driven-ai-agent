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技術趨勢與MCP協議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人工智能與大型語言模型正深刻改變現代軟體工程架構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MCP（Model Context Protocol）協議旨在解決傳統封閉式本地端腳本的限制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核心價值：</a:t>
            </a:r>
          </a:p>
          <a:p>
            <a:pPr>
              <a:defRPr sz="1800"/>
            </a:pPr>
            <a:r>
              <a:t>• 提供標準化AI Agent工具介面</a:t>
            </a:r>
          </a:p>
          <a:p>
            <a:pPr>
              <a:defRPr sz="1800"/>
            </a:pPr>
            <a:r>
              <a:t>• 促進軟體工程流程的可擴展性與互通性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報告核心內容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AI Agent自動化工作流</a:t>
            </a:r>
          </a:p>
          <a:p>
            <a:pPr>
              <a:defRPr sz="1800"/>
            </a:pPr>
            <a:r>
              <a:t>• 定義與架構設計</a:t>
            </a:r>
          </a:p>
          <a:p>
            <a:pPr>
              <a:defRPr sz="1800"/>
            </a:pPr>
            <a:r>
              <a:t>• 運作機制與優勢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AWS S3雲端整合</a:t>
            </a:r>
          </a:p>
          <a:p>
            <a:pPr>
              <a:defRPr sz="1800"/>
            </a:pPr>
            <a:r>
              <a:t>• 資料存取與管理方案</a:t>
            </a:r>
          </a:p>
          <a:p>
            <a:pPr>
              <a:defRPr sz="1800"/>
            </a:pPr>
            <a:r>
              <a:t>• 安全性與效能考量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JSON輸出驅動式動態圖表</a:t>
            </a:r>
          </a:p>
          <a:p>
            <a:pPr>
              <a:defRPr sz="1800"/>
            </a:pPr>
            <a:r>
              <a:t>• 資料視覺化框架</a:t>
            </a:r>
          </a:p>
          <a:p>
            <a:pPr>
              <a:defRPr sz="1800"/>
            </a:pPr>
            <a:r>
              <a:t>• 實時更新機制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MCP協議的革新意義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打破傳統本地端腳本封閉性限制</a:t>
            </a:r>
          </a:p>
          <a:p>
            <a:pPr>
              <a:defRPr sz="1800"/>
            </a:pPr>
            <a:r>
              <a:t>• 建立標準化AI Agent工具溝通協定</a:t>
            </a:r>
          </a:p>
          <a:p>
            <a:pPr>
              <a:defRPr sz="1800"/>
            </a:pPr>
            <a:r>
              <a:t>• 提供軟體工程流程標準化基礎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未來展望：</a:t>
            </a:r>
          </a:p>
          <a:p>
            <a:pPr>
              <a:defRPr sz="1800"/>
            </a:pPr>
            <a:r>
              <a:t>• 持續優化協議效能</a:t>
            </a:r>
          </a:p>
          <a:p>
            <a:pPr>
              <a:defRPr sz="1800"/>
            </a:pPr>
            <a:r>
              <a:t>• 拓展跨平台整合應用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MCP協議背景
</a:t>
            </a:r>
            <a:r>
              <a:rPr sz="1000">
                <a:solidFill>
                  <a:srgbClr val="000000"/>
                </a:solidFill>
              </a:rPr>
              <a:t>MCP協議解決本地端限制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 Agent架構
</a:t>
            </a:r>
            <a:r>
              <a:rPr sz="1000">
                <a:solidFill>
                  <a:srgbClr val="000000"/>
                </a:solidFill>
              </a:rPr>
              <a:t>AI Agent自動化工作流設計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☁️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AWS S3整合
</a:t>
            </a:r>
            <a:r>
              <a:rPr sz="1000">
                <a:solidFill>
                  <a:srgbClr val="000000"/>
                </a:solidFill>
              </a:rPr>
              <a:t>雲端資料管理與JSON視覺化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🚀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未來展望
</a:t>
            </a:r>
            <a:r>
              <a:rPr sz="1000">
                <a:solidFill>
                  <a:srgbClr val="000000"/>
                </a:solidFill>
              </a:rPr>
              <a:t>MCP協議持續優化跨平台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32588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  <a:r>
              <a:rPr sz="1300" b="1">
                <a:solidFill>
                  <a:srgbClr val="000000"/>
                </a:solidFill>
              </a:rPr>
              <a:t>MCP協議背景
</a:t>
            </a:r>
          </a:p>
        </p:txBody>
      </p:sp>
      <p:sp>
        <p:nvSpPr>
          <p:cNvPr id="4" name="Oval 3"/>
          <p:cNvSpPr/>
          <p:nvPr/>
        </p:nvSpPr>
        <p:spPr>
          <a:xfrm>
            <a:off x="539496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  <a:r>
              <a:rPr sz="1300" b="1">
                <a:solidFill>
                  <a:srgbClr val="000000"/>
                </a:solidFill>
              </a:rPr>
              <a:t>AI Agent架構
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48006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☁️
</a:t>
            </a:r>
            <a:r>
              <a:rPr sz="1300" b="1">
                <a:solidFill>
                  <a:srgbClr val="000000"/>
                </a:solidFill>
              </a:rPr>
              <a:t>AWS S3整合
</a:t>
            </a:r>
          </a:p>
        </p:txBody>
      </p:sp>
      <p:sp>
        <p:nvSpPr>
          <p:cNvPr id="6" name="Oval 5"/>
          <p:cNvSpPr/>
          <p:nvPr/>
        </p:nvSpPr>
        <p:spPr>
          <a:xfrm>
            <a:off x="192024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🚀
</a:t>
            </a:r>
            <a:r>
              <a:rPr sz="1300" b="1">
                <a:solidFill>
                  <a:srgbClr val="000000"/>
                </a:solidFill>
              </a:rPr>
              <a:t>未來展望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