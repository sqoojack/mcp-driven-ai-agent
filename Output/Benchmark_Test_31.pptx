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改造軟體工程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利用 AI Agent 技術革新傳統軟體工程流程</a:t>
            </a:r>
          </a:p>
          <a:p>
            <a:pPr>
              <a:defRPr sz="1800"/>
            </a:pPr>
            <a:r>
              <a:t>提出 MCP 協議，將本地封閉式腳本轉化為標準化 AI Agent 工具</a:t>
            </a:r>
          </a:p>
          <a:p>
            <a:pPr>
              <a:defRPr sz="1800"/>
            </a:pPr>
            <a:r>
              <a:t>本報告將探討 AI Agent 自動化工作流、AWS S3 雲端整合與 JSON 輸出動態圖表繪製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協議核心技術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協議定義 AI Agent 標準化通訊格式</a:t>
            </a:r>
          </a:p>
          <a:p>
            <a:pPr>
              <a:defRPr sz="1800"/>
            </a:pPr>
            <a:r>
              <a:t>實現傳統本地腳本向 AI Agent 的轉換</a:t>
            </a:r>
          </a:p>
          <a:p>
            <a:pPr>
              <a:defRPr sz="1800"/>
            </a:pPr>
            <a:r>
              <a:t>提供可擴展、可重用的 AI Agent 應用框架</a:t>
            </a:r>
          </a:p>
          <a:p>
            <a:pPr>
              <a:defRPr sz="1800"/>
            </a:pPr>
            <a:r>
              <a:t>促進不同系統間的協作與整合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 自動化工作流設計</a:t>
            </a:r>
          </a:p>
          <a:p>
            <a:pPr>
              <a:defRPr sz="1800"/>
            </a:pPr>
            <a:r>
              <a:t>AWS S3 雲端服務整合方案</a:t>
            </a:r>
          </a:p>
          <a:p>
            <a:pPr>
              <a:defRPr sz="1800"/>
            </a:pPr>
            <a:r>
              <a:t>JSON 輸出驅動的動態圖表生成</a:t>
            </a:r>
          </a:p>
          <a:p>
            <a:pPr>
              <a:defRPr sz="1800"/>
            </a:pPr>
            <a:r>
              <a:t>探討三大技術方向的應用案例與實驗結果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📖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MCP協議介紹
</a:t>
            </a:r>
            <a:r>
              <a:rPr sz="1000">
                <a:solidFill>
                  <a:srgbClr val="000000"/>
                </a:solidFill>
              </a:rPr>
              <a:t>標準化AI Agent通訊格式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自動化工作流設計
</a:t>
            </a:r>
            <a:r>
              <a:rPr sz="1000">
                <a:solidFill>
                  <a:srgbClr val="000000"/>
                </a:solidFill>
              </a:rPr>
              <a:t>AI Agent自動化流程設計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S3整合方案
</a:t>
            </a:r>
            <a:r>
              <a:rPr sz="1000">
                <a:solidFill>
                  <a:srgbClr val="000000"/>
                </a:solidFill>
              </a:rPr>
              <a:t>雲端服務整合方案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JSON動態圖表生成
</a:t>
            </a:r>
            <a:r>
              <a:rPr sz="1000">
                <a:solidFill>
                  <a:srgbClr val="000000"/>
                </a:solidFill>
              </a:rPr>
              <a:t>JSON輸出驅動的動態圖表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📖
</a:t>
            </a:r>
            <a:r>
              <a:rPr sz="1300" b="1">
                <a:solidFill>
                  <a:srgbClr val="000000"/>
                </a:solidFill>
              </a:rPr>
              <a:t>MCP協議介紹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自動化工作流設計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S3整合方案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JSON動態圖表生成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