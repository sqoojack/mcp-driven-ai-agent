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人工智能與軟體工程的革新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人工智能（AI）與大型語言模型（LLM）正深刻改變現代軟體工程的實踐方式。</a:t>
            </a:r>
          </a:p>
          <a:p>
            <a:pPr>
              <a:defRPr sz="1800"/>
            </a:pPr>
            <a:r>
              <a:t>本次報告將聚焦於MCP協議，一種用於將傳統本地端腳本轉化為標準化AI Agent的新型方法。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MCP協議的核心介紹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Protocol）是一套用於將封閉式本地腳本轉換為標準化AI Agent的協議。</a:t>
            </a:r>
          </a:p>
          <a:p>
            <a:pPr>
              <a:defRPr sz="1800"/>
            </a:pPr>
            <a:r>
              <a:t>其核心價值在於實現工具的標準化與可互操作性，促進AI Agent生態系統的發展。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報告探討重點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Agent的自動化工作流設計與最佳實踐</a:t>
            </a:r>
          </a:p>
          <a:p>
            <a:pPr>
              <a:defRPr sz="1800"/>
            </a:pPr>
            <a:r>
              <a:t>2. AI Agent與AWS S3雲端服務的整合方案</a:t>
            </a:r>
          </a:p>
          <a:p>
            <a:pPr>
              <a:defRPr sz="1800"/>
            </a:pPr>
            <a:r>
              <a:t>3. 基於結構化JSON輸出的動態圖表繪製技術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🧠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MCP協議核心
</a:t>
            </a:r>
            <a:r>
              <a:rPr sz="1000">
                <a:solidFill>
                  <a:srgbClr val="000000"/>
                </a:solidFill>
              </a:rPr>
              <a:t>MCP協議簡介與核心價值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Agent自動化工作流
</a:t>
            </a:r>
            <a:r>
              <a:rPr sz="1000">
                <a:solidFill>
                  <a:srgbClr val="000000"/>
                </a:solidFill>
              </a:rPr>
              <a:t>工作流設計與最佳實踐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S3整合方案
</a:t>
            </a:r>
            <a:r>
              <a:rPr sz="1000">
                <a:solidFill>
                  <a:srgbClr val="000000"/>
                </a:solidFill>
              </a:rPr>
              <a:t>AI Agent與雲端服務整合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JSON動態圖表技術
</a:t>
            </a:r>
            <a:r>
              <a:rPr sz="1000">
                <a:solidFill>
                  <a:srgbClr val="000000"/>
                </a:solidFill>
              </a:rPr>
              <a:t>基於結構化輸出的視覺化技術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🧠
</a:t>
            </a:r>
            <a:r>
              <a:rPr sz="1300" b="1">
                <a:solidFill>
                  <a:srgbClr val="000000"/>
                </a:solidFill>
              </a:rPr>
              <a:t>MCP協議核心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Agent自動化工作流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AWS S3整合方案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JSON動態圖表技術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