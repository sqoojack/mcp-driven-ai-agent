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人工智能與軟體工程的革新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人工智能（AI）和大型語言模型（LLM）正深刻影響現代軟體工程實踐，推動流程標準化與效能提升。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 協議的核心價值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MCP（Model Context Protocol）將傳統封閉式本地腳本轉化為標準化的 AI Agent 工具，實現軟體工程流程的轉型與標準化。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報告核心主題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AI Agent 的自動化工作流</a:t>
            </a:r>
          </a:p>
          <a:p>
            <a:pPr>
              <a:defRPr sz="1800"/>
            </a:pPr>
            <a:r>
              <a:t>2. AWS S3 的雲端整合能力</a:t>
            </a:r>
          </a:p>
          <a:p>
            <a:pPr>
              <a:defRPr sz="1800"/>
            </a:pPr>
            <a:r>
              <a:t>3. 基於結構化 JSON 輸出的動態圖表繪製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清單圖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🔍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觸發節點
</a:t>
            </a:r>
            <a:r>
              <a:rPr sz="1000">
                <a:solidFill>
                  <a:srgbClr val="000000"/>
                </a:solidFill>
              </a:rPr>
              <a:t>定義何時啟動工作流程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⚙️
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執行節點
</a:t>
            </a:r>
            <a:r>
              <a:rPr sz="1000">
                <a:solidFill>
                  <a:srgbClr val="000000"/>
                </a:solidFill>
              </a:rPr>
              <a:t>執行具體任務與流程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📊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結果節點
</a:t>
            </a:r>
            <a:r>
              <a:rPr sz="1000">
                <a:solidFill>
                  <a:srgbClr val="000000"/>
                </a:solidFill>
              </a:rPr>
              <a:t>輸出與反饋機制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循環圖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141732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🔍
</a:t>
            </a:r>
            <a:r>
              <a:rPr sz="1300" b="1">
                <a:solidFill>
                  <a:srgbClr val="000000"/>
                </a:solidFill>
              </a:rPr>
              <a:t>觸發節點
</a:t>
            </a:r>
          </a:p>
        </p:txBody>
      </p:sp>
      <p:sp>
        <p:nvSpPr>
          <p:cNvPr id="4" name="Oval 3"/>
          <p:cNvSpPr/>
          <p:nvPr/>
        </p:nvSpPr>
        <p:spPr>
          <a:xfrm>
            <a:off x="5083008" y="38862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⚙️
</a:t>
            </a:r>
            <a:r>
              <a:rPr sz="1300" b="1">
                <a:solidFill>
                  <a:srgbClr val="000000"/>
                </a:solidFill>
              </a:rPr>
              <a:t>執行節點
</a:t>
            </a:r>
          </a:p>
        </p:txBody>
      </p:sp>
      <p:sp>
        <p:nvSpPr>
          <p:cNvPr id="5" name="Oval 4"/>
          <p:cNvSpPr/>
          <p:nvPr/>
        </p:nvSpPr>
        <p:spPr>
          <a:xfrm>
            <a:off x="2232191" y="38862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📊
</a:t>
            </a:r>
            <a:r>
              <a:rPr sz="1300" b="1">
                <a:solidFill>
                  <a:srgbClr val="000000"/>
                </a:solidFill>
              </a:rPr>
              <a:t>結果節點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