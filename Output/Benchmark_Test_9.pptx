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AI與LLM的崛起對軟體工程帶來革命性影響</a:t>
            </a:r>
          </a:p>
          <a:p>
            <a:pPr>
              <a:defRPr sz="1800"/>
            </a:pPr>
            <a:r>
              <a:t>MCP協議旨在將封閉的本地腳本轉化為標準化的AI Agent工具</a:t>
            </a:r>
          </a:p>
          <a:p>
            <a:pPr>
              <a:defRPr sz="1800"/>
            </a:pPr>
            <a:r>
              <a:t>提供可互操作、可擴展的AI Agent生態系統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關鍵主題探討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Agent的自動化工作流</a:t>
            </a:r>
          </a:p>
          <a:p>
            <a:pPr>
              <a:defRPr sz="1800"/>
            </a:pPr>
            <a:r>
              <a:t>• 整合多種AI模型與工具</a:t>
            </a:r>
          </a:p>
          <a:p>
            <a:pPr>
              <a:defRPr sz="1800"/>
            </a:pPr>
            <a:r>
              <a:t>• 實現端到端的自動化流程</a:t>
            </a:r>
          </a:p>
          <a:p>
            <a:pPr>
              <a:defRPr sz="1800"/>
            </a:pPr>
            <a:r>
              <a:t>AWS S3雲端整合</a:t>
            </a:r>
          </a:p>
          <a:p>
            <a:pPr>
              <a:defRPr sz="1800"/>
            </a:pPr>
            <a:r>
              <a:t>• 提供彈性可擴展的資料存儲方案</a:t>
            </a:r>
          </a:p>
          <a:p>
            <a:pPr>
              <a:defRPr sz="1800"/>
            </a:pPr>
            <a:r>
              <a:t>• 支援大規模AI Agent部署</a:t>
            </a:r>
          </a:p>
          <a:p>
            <a:pPr>
              <a:defRPr sz="1800"/>
            </a:pPr>
            <a:r>
              <a:t>結構化JSON輸出進行動態圖表繪製</a:t>
            </a:r>
          </a:p>
          <a:p>
            <a:pPr>
              <a:defRPr sz="1800"/>
            </a:pPr>
            <a:r>
              <a:t>• 提供標準化輸出格式</a:t>
            </a:r>
          </a:p>
          <a:p>
            <a:pPr>
              <a:defRPr sz="1800"/>
            </a:pPr>
            <a:r>
              <a:t>• 實現即時數據可視化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MCP協議為AI Agent工具化提供全新框架</a:t>
            </a:r>
          </a:p>
          <a:p>
            <a:pPr>
              <a:defRPr sz="1800"/>
            </a:pPr>
            <a:r>
              <a:t>• 降低AI應用開發門檻</a:t>
            </a:r>
          </a:p>
          <a:p>
            <a:pPr>
              <a:defRPr sz="1800"/>
            </a:pPr>
            <a:r>
              <a:t>• 提升AI Agent的互操作性與可組合性</a:t>
            </a:r>
          </a:p>
          <a:p>
            <a:pPr>
              <a:defRPr sz="1800"/>
            </a:pPr>
            <a:r>
              <a:t>未來方向</a:t>
            </a:r>
          </a:p>
          <a:p>
            <a:pPr>
              <a:defRPr sz="1800"/>
            </a:pPr>
            <a:r>
              <a:t>• 持續擴展協議功能與應用場景</a:t>
            </a:r>
          </a:p>
          <a:p>
            <a:pPr>
              <a:defRPr sz="1800"/>
            </a:pPr>
            <a:r>
              <a:t>• 推動AI生態系統的標準化發展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🧱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MCP協議核心價值
</a:t>
            </a:r>
            <a:r>
              <a:rPr sz="1000">
                <a:solidFill>
                  <a:srgbClr val="000000"/>
                </a:solidFill>
              </a:rPr>
              <a:t>AI Agent生態系統的基礎架構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Agent工作流設計
</a:t>
            </a:r>
            <a:r>
              <a:rPr sz="1000">
                <a:solidFill>
                  <a:srgbClr val="000000"/>
                </a:solidFill>
              </a:rPr>
              <a:t>整合多模型與工具的自動化流程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🔮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Agent標準化與未來
</a:t>
            </a:r>
            <a:r>
              <a:rPr sz="1000">
                <a:solidFill>
                  <a:srgbClr val="000000"/>
                </a:solidFill>
              </a:rPr>
              <a:t>JSON輸出與生態系統展望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🧱
</a:t>
            </a:r>
            <a:r>
              <a:rPr sz="1300" b="1">
                <a:solidFill>
                  <a:srgbClr val="000000"/>
                </a:solidFill>
              </a:rPr>
              <a:t>MCP協議核心價值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Agent工作流設計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🔮
</a:t>
            </a:r>
            <a:r>
              <a:rPr sz="1300" b="1">
                <a:solidFill>
                  <a:srgbClr val="000000"/>
                </a:solidFill>
              </a:rPr>
              <a:t>AI Agent標準化與未來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