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人工智能與大型語言模型對軟體工程的影響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人工智能（AI）與大型語言模型（LLM）正引發軟體工程的革命性變革</a:t>
            </a:r>
          </a:p>
          <a:p>
            <a:pPr>
              <a:defRPr sz="1800"/>
            </a:pPr>
            <a:r>
              <a:t>傳統軟體開發流程面臨挑戰，需引入創新方案</a:t>
            </a:r>
          </a:p>
          <a:p>
            <a:pPr>
              <a:defRPr sz="1800"/>
            </a:pPr>
            <a:r>
              <a:t>提出MCP（模型上下文協議）以標準化AI Agent工具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Agent的自動化工作流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MCP將傳統本地腳本轉化為標準化AI Agent工具</a:t>
            </a:r>
          </a:p>
          <a:p>
            <a:pPr>
              <a:defRPr sz="1800"/>
            </a:pPr>
            <a:r>
              <a:t>定義清晰的輸入輸出格式與執行規範</a:t>
            </a:r>
          </a:p>
          <a:p>
            <a:pPr>
              <a:defRPr sz="1800"/>
            </a:pPr>
            <a:r>
              <a:t>實現跨平台、可組合的自動化工作流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Agent與AWS S3的整合及動態圖表繪製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 Agent與AWS S3雲端儲存整合</a:t>
            </a:r>
          </a:p>
          <a:p>
            <a:pPr>
              <a:defRPr sz="1800"/>
            </a:pPr>
            <a:r>
              <a:t>支援即時資料存取與處理</a:t>
            </a:r>
          </a:p>
          <a:p>
            <a:pPr>
              <a:defRPr sz="1800"/>
            </a:pPr>
            <a:r>
              <a:t>透過結構化JSON輸出，實現動態圖表繪製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MCP協議定義
</a:t>
            </a:r>
            <a:r>
              <a:rPr sz="1000">
                <a:solidFill>
                  <a:srgbClr val="000000"/>
                </a:solidFill>
              </a:rPr>
              <a:t>定義AI Agent工具標準格式與執行規範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🔄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跨平台自動化工作流
</a:t>
            </a:r>
            <a:r>
              <a:rPr sz="1000">
                <a:solidFill>
                  <a:srgbClr val="000000"/>
                </a:solidFill>
              </a:rPr>
              <a:t>實現可組合、跨平台的自動化流程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AWS S3整合
</a:t>
            </a:r>
            <a:r>
              <a:rPr sz="1000">
                <a:solidFill>
                  <a:srgbClr val="000000"/>
                </a:solidFill>
              </a:rPr>
              <a:t>AI Agent與雲端儲存整合，支援即時資料處理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📈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動態圖表繪製
</a:t>
            </a:r>
            <a:r>
              <a:rPr sz="1000">
                <a:solidFill>
                  <a:srgbClr val="000000"/>
                </a:solidFill>
              </a:rPr>
              <a:t>透過結構化JSON輸出，生成動態視覺化圖表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2588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  <a:r>
              <a:rPr sz="1300" b="1">
                <a:solidFill>
                  <a:srgbClr val="000000"/>
                </a:solidFill>
              </a:rPr>
              <a:t>MCP協議定義
</a:t>
            </a:r>
          </a:p>
        </p:txBody>
      </p:sp>
      <p:sp>
        <p:nvSpPr>
          <p:cNvPr id="4" name="Oval 3"/>
          <p:cNvSpPr/>
          <p:nvPr/>
        </p:nvSpPr>
        <p:spPr>
          <a:xfrm>
            <a:off x="539496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🔄
</a:t>
            </a:r>
            <a:r>
              <a:rPr sz="1300" b="1">
                <a:solidFill>
                  <a:srgbClr val="000000"/>
                </a:solidFill>
              </a:rPr>
              <a:t>跨平台自動化工作流
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48006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  <a:r>
              <a:rPr sz="1300" b="1">
                <a:solidFill>
                  <a:srgbClr val="000000"/>
                </a:solidFill>
              </a:rPr>
              <a:t>AWS S3整合
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📈
</a:t>
            </a:r>
            <a:r>
              <a:rPr sz="1300" b="1">
                <a:solidFill>
                  <a:srgbClr val="000000"/>
                </a:solidFill>
              </a:rPr>
              <a:t>動態圖表繪製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