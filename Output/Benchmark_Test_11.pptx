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AI/LLM 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人工智能與大型語言模型正深刻改變現代軟體工程</a:t>
            </a:r>
          </a:p>
          <a:p>
            <a:pPr>
              <a:defRPr sz="1800"/>
            </a:pPr>
            <a:r>
              <a:t>引發自動化、協作與工具鏈標準化的迫切需求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協議的核心價值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提供標準化框架轉化本地端腳本為AI Agent工具</a:t>
            </a:r>
          </a:p>
          <a:p>
            <a:pPr>
              <a:defRPr sz="1800"/>
            </a:pPr>
            <a:r>
              <a:t>促進工具間協作與生態系建立</a:t>
            </a:r>
          </a:p>
          <a:p>
            <a:pPr>
              <a:defRPr sz="1800"/>
            </a:pPr>
            <a:r>
              <a:t>降低AI整合門檻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報告內容概述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 Agent自動化工作流</a:t>
            </a:r>
          </a:p>
          <a:p>
            <a:pPr>
              <a:defRPr sz="1800"/>
            </a:pPr>
            <a:r>
              <a:t>AWS S3雲端整合方案</a:t>
            </a:r>
          </a:p>
          <a:p>
            <a:pPr>
              <a:defRPr sz="1800"/>
            </a:pPr>
            <a:r>
              <a:t>結構化JSON輸出與動態圖表繪製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AI/LLM核心影響
</a:t>
            </a:r>
            <a:r>
              <a:rPr sz="1000">
                <a:solidFill>
                  <a:srgbClr val="000000"/>
                </a:solidFill>
              </a:rPr>
              <a:t>AI/LLM改變軟體工程，推動自動化與協作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MCP協議框架
</a:t>
            </a:r>
            <a:r>
              <a:rPr sz="1000">
                <a:solidFill>
                  <a:srgbClr val="000000"/>
                </a:solidFill>
              </a:rPr>
              <a:t>標準化框架，轉換本地端腳本為AI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Agent自動化
</a:t>
            </a:r>
            <a:r>
              <a:rPr sz="1000">
                <a:solidFill>
                  <a:srgbClr val="000000"/>
                </a:solidFill>
              </a:rPr>
              <a:t>實現自動工作流，支援JSON輸出與動態圖表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雲端整合方案
</a:t>
            </a:r>
            <a:r>
              <a:rPr sz="1000">
                <a:solidFill>
                  <a:srgbClr val="000000"/>
                </a:solidFill>
              </a:rPr>
              <a:t>AWS S3整合，提升數據管理與可視化能力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🔄
</a:t>
            </a:r>
            <a:r>
              <a:rPr sz="1300" b="1">
                <a:solidFill>
                  <a:srgbClr val="000000"/>
                </a:solidFill>
              </a:rPr>
              <a:t>AI/LLM核心影響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MCP協議框架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Agent自動化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雲端整合方案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