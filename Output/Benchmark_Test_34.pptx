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AI與軟體工程的革新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人工智能（AI）與大型語言模型（LLM）引發軟體工程重大轉變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本報告聚焦MCP（Model Context Protocol）協議，其核心創新在於：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將原本封閉的本地端腳本轉化為標準化AI Agent工具</a:t>
            </a:r>
          </a:p>
          <a:p>
            <a:pPr>
              <a:defRPr sz="1800"/>
            </a:pPr>
            <a:r>
              <a:t>• 提供跨平台、可重複使用的AI能力介面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MCP協議實現三大關鍵應用：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自動化工作流：</a:t>
            </a:r>
          </a:p>
          <a:p>
            <a:pPr>
              <a:defRPr sz="1800"/>
            </a:pPr>
            <a:r>
              <a:t>   • 定義標準化任務執行流程</a:t>
            </a:r>
          </a:p>
          <a:p>
            <a:pPr>
              <a:defRPr sz="1800"/>
            </a:pPr>
            <a:r>
              <a:t>   • 支援複雜業務邏輯自動化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AWS S3整合：</a:t>
            </a:r>
          </a:p>
          <a:p>
            <a:pPr>
              <a:defRPr sz="1800"/>
            </a:pPr>
            <a:r>
              <a:t>   • 提供雲端存儲協作機制</a:t>
            </a:r>
          </a:p>
          <a:p>
            <a:pPr>
              <a:defRPr sz="1800"/>
            </a:pPr>
            <a:r>
              <a:t>   • 實現跨區域資料即時存取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JSON結構化輸出：</a:t>
            </a:r>
          </a:p>
          <a:p>
            <a:pPr>
              <a:defRPr sz="1800"/>
            </a:pPr>
            <a:r>
              <a:t>   • 支援動態圖表生成</a:t>
            </a:r>
          </a:p>
          <a:p>
            <a:pPr>
              <a:defRPr sz="1800"/>
            </a:pPr>
            <a:r>
              <a:t>   • 實現資料視覺化即時更新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MCP協議的未來展望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MCP協議的關鍵價值在於：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標準化AI Agent介面，降低整合門檻</a:t>
            </a:r>
          </a:p>
          <a:p>
            <a:pPr>
              <a:defRPr sz="1800"/>
            </a:pPr>
            <a:r>
              <a:t>• 提供可擴展的AI能力框架</a:t>
            </a:r>
          </a:p>
          <a:p>
            <a:pPr>
              <a:defRPr sz="1800"/>
            </a:pPr>
            <a:r>
              <a:t>• 未來可延伸至更多雲端服務整合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本報告將深入探討MCP在：</a:t>
            </a:r>
          </a:p>
          <a:p>
            <a:pPr>
              <a:defRPr sz="1800"/>
            </a:pPr>
            <a:r>
              <a:t>• 數據安全與隱私保護</a:t>
            </a:r>
          </a:p>
          <a:p>
            <a:pPr>
              <a:defRPr sz="1800"/>
            </a:pPr>
            <a:r>
              <a:t>• 分布式AI Agent協作機制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MCP核心創新
</a:t>
            </a:r>
            <a:r>
              <a:rPr sz="1000">
                <a:solidFill>
                  <a:srgbClr val="000000"/>
                </a:solidFill>
              </a:rPr>
              <a:t>將本地腳本轉化為標準化工具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自動化工作流
</a:t>
            </a:r>
            <a:r>
              <a:rPr sz="1000">
                <a:solidFill>
                  <a:srgbClr val="000000"/>
                </a:solidFill>
              </a:rPr>
              <a:t>定義標準化任務執行流程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AWS整合
</a:t>
            </a:r>
            <a:r>
              <a:rPr sz="1000">
                <a:solidFill>
                  <a:srgbClr val="000000"/>
                </a:solidFill>
              </a:rPr>
              <a:t>提供雲端存儲與跨區域存取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JSON輸出
</a:t>
            </a:r>
            <a:r>
              <a:rPr sz="1000">
                <a:solidFill>
                  <a:srgbClr val="000000"/>
                </a:solidFill>
              </a:rPr>
              <a:t>支援動態圖表與即時更新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MCP核心創新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自動化工作流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  <a:r>
              <a:rPr sz="1300" b="1">
                <a:solidFill>
                  <a:srgbClr val="000000"/>
                </a:solidFill>
              </a:rPr>
              <a:t>AWS整合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JSON輸出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