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人工智能與軟體工程的轉變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人工智能和大型語言模型的崛起，正在顛覆傳統軟體工程模式。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LLM 的通用性與上下文理解能力，使軟體開發從單一功能專案轉向通用 AI Agent 的應用。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為了實現標準化的 AI Agent，我們提出 MCP 協議，作為連接不同 AI Agent 的橋樑。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協議：模型上下文協定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 是一種新型協定，旨在標準化 AI Agent 的互動方式。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核心特性：</a:t>
            </a:r>
          </a:p>
          <a:p>
            <a:pPr>
              <a:defRPr sz="1800"/>
            </a:pPr>
            <a:r>
              <a:t>- 提供標準化介面，讓不同模型能無縫協作</a:t>
            </a:r>
          </a:p>
          <a:p>
            <a:pPr>
              <a:defRPr sz="1800"/>
            </a:pPr>
            <a:r>
              <a:t>- 支援動態上下文管理與權限控制</a:t>
            </a:r>
          </a:p>
          <a:p>
            <a:pPr>
              <a:defRPr sz="1800"/>
            </a:pPr>
            <a:r>
              <a:t>- 提供可擴展的插件架構，適應不同應用場景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透過 MCP，我們能將傳統本地端腳本轉化為可部署、可管理的 AI Agent。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的應用價值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 提供三大關鍵應用方向：</a:t>
            </a:r>
          </a:p>
          <a:p>
            <a:pPr>
              <a:defRPr sz="1800"/>
            </a:pPr>
            <a:r>
              <a:t>1. 自動化工作流：讓 AI Agent 自動執行複雜任務，減少人工干預</a:t>
            </a:r>
          </a:p>
          <a:p>
            <a:pPr>
              <a:defRPr sz="1800"/>
            </a:pPr>
            <a:r>
              <a:t>2. AWS S3 整合：實現雲端存儲與 AI Agent 的即時資料交換</a:t>
            </a:r>
          </a:p>
          <a:p>
            <a:pPr>
              <a:defRPr sz="1800"/>
            </a:pPr>
            <a:r>
              <a:t>3. JSON 輸出與動態圖表：提供結構化輸出，方便後端系統整合與視覺化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透過 MCP，我們能快速建立可重複使用的 AI Agent，加速 AI 實用化。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🧠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人工智能如何重塑軟體工程？
</a:t>
            </a:r>
            <a:r>
              <a:rPr sz="1000">
                <a:solidFill>
                  <a:srgbClr val="000000"/>
                </a:solidFill>
              </a:rPr>
              <a:t>AI與LLM如何改變傳統開發模式？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MCP協議：模型上下文協定
</a:t>
            </a:r>
            <a:r>
              <a:rPr sz="1000">
                <a:solidFill>
                  <a:srgbClr val="000000"/>
                </a:solidFill>
              </a:rPr>
              <a:t>標準化AI Agent協作的關鍵技術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MCP的關鍵應用價值
</a:t>
            </a:r>
            <a:r>
              <a:rPr sz="1000">
                <a:solidFill>
                  <a:srgbClr val="000000"/>
                </a:solidFill>
              </a:rPr>
              <a:t>自動化、雲端整合與JSON輸出實戰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🧠
</a:t>
            </a:r>
            <a:r>
              <a:rPr sz="1300" b="1">
                <a:solidFill>
                  <a:srgbClr val="000000"/>
                </a:solidFill>
              </a:rPr>
              <a:t>人工智能如何重塑軟體工程？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  <a:r>
              <a:rPr sz="1300" b="1">
                <a:solidFill>
                  <a:srgbClr val="000000"/>
                </a:solidFill>
              </a:rPr>
              <a:t>MCP協議：模型上下文協定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  <a:r>
              <a:rPr sz="1300" b="1">
                <a:solidFill>
                  <a:srgbClr val="000000"/>
                </a:solidFill>
              </a:rPr>
              <a:t>MCP的關鍵應用價值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