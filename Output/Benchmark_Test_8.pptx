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人工智能與大型語言模型正在改變現代軟體工程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介紹 MCP（Model Context Protocol）協議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MCP 協議將傳統的本地腳本轉化為標準化的 AI Agent 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的關鍵主題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 的自動化工作流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 雲端整合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透過結構化 JSON 輸出進行動態圖表繪製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技術整合與應用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 AI Agent 在以下三個方面的應用：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自動化工作流的實現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AWS S3 雲端整合的技術細節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動態圖表繪製的實作方法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AI Agent 核心架構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📡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云端整合節點
</a:t>
            </a:r>
            <a:r>
              <a:rPr sz="1000">
                <a:solidFill>
                  <a:srgbClr val="000000"/>
                </a:solidFill>
              </a:rPr>
              <a:t>AWS S3 整合實作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📈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動態圖表節點
</a:t>
            </a:r>
            <a:r>
              <a:rPr sz="1000">
                <a:solidFill>
                  <a:srgbClr val="000000"/>
                </a:solidFill>
              </a:rPr>
              <a:t>JSON 輸出動態繪製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📡
</a:t>
            </a:r>
            <a:r>
              <a:rPr sz="1300" b="1">
                <a:solidFill>
                  <a:srgbClr val="000000"/>
                </a:solidFill>
              </a:rPr>
              <a:t>云端整合節點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📈
</a:t>
            </a:r>
            <a:r>
              <a:rPr sz="1300" b="1">
                <a:solidFill>
                  <a:srgbClr val="000000"/>
                </a:solidFill>
              </a:rPr>
              <a:t>動態圖表節點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