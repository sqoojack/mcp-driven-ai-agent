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AI/LLM 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</a:t>
            </a:r>
          </a:p>
          <a:p>
            <a:pPr>
              <a:defRPr sz="1800"/>
            </a:pPr>
            <a:r>
              <a:t>帶來以下關鍵變革：</a:t>
            </a:r>
          </a:p>
          <a:p>
            <a:pPr>
              <a:defRPr sz="1800"/>
            </a:pPr>
            <a:r>
              <a:t>1. 自動化程式碼生成與測試</a:t>
            </a:r>
          </a:p>
          <a:p>
            <a:pPr>
              <a:defRPr sz="1800"/>
            </a:pPr>
            <a:r>
              <a:t>2. 智能化需求分析與設計</a:t>
            </a:r>
          </a:p>
          <a:p>
            <a:pPr>
              <a:defRPr sz="1800"/>
            </a:pPr>
            <a:r>
              <a:t>3. 效能優化與錯誤偵測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協議：標準化 AI Agent 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MCP（模型上下文協議）是一項關鍵解決方案</a:t>
            </a:r>
          </a:p>
          <a:p>
            <a:pPr>
              <a:defRPr sz="1800"/>
            </a:pPr>
            <a:r>
              <a:t>其主要功能：</a:t>
            </a:r>
          </a:p>
          <a:p>
            <a:pPr>
              <a:defRPr sz="1800"/>
            </a:pPr>
            <a:r>
              <a:t>• 將傳統本地端腳本轉換為標準化 AI Agent</a:t>
            </a:r>
          </a:p>
          <a:p>
            <a:pPr>
              <a:defRPr sz="1800"/>
            </a:pPr>
            <a:r>
              <a:t>• 提供一致的介面與資料交換標準</a:t>
            </a:r>
          </a:p>
          <a:p>
            <a:pPr>
              <a:defRPr sz="1800"/>
            </a:pPr>
            <a:r>
              <a:t>• 支援多模型間的協作與整合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報告重點探討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本報告將深入探討以下三大主題：</a:t>
            </a:r>
          </a:p>
          <a:p>
            <a:pPr>
              <a:defRPr sz="1800"/>
            </a:pPr>
            <a:r>
              <a:t>1. AI Agent 的自動化工作流設計與實作</a:t>
            </a:r>
          </a:p>
          <a:p>
            <a:pPr>
              <a:defRPr sz="1800"/>
            </a:pPr>
            <a:r>
              <a:t>2. 與 AWS S3 雲端服務的整合方案</a:t>
            </a:r>
          </a:p>
          <a:p>
            <a:pPr>
              <a:defRPr sz="1800"/>
            </a:pPr>
            <a:r>
              <a:t>3. 透過結構化 JSON 輸出進行動態圖表繪製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AI应用领域
</a:t>
            </a:r>
            <a:r>
              <a:rPr sz="1000">
                <a:solidFill>
                  <a:srgbClr val="000000"/>
                </a:solidFill>
              </a:rPr>
              <a:t>AI与LLM对软件工程的关键影响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MCP工具
</a:t>
            </a:r>
            <a:r>
              <a:rPr sz="1000">
                <a:solidFill>
                  <a:srgbClr val="000000"/>
                </a:solidFill>
              </a:rPr>
              <a:t>标准化AI Agent的模型协作协议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74320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743200"/>
            <a:ext cx="274320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应用场景
</a:t>
            </a:r>
            <a:r>
              <a:rPr sz="1000">
                <a:solidFill>
                  <a:srgbClr val="000000"/>
                </a:solidFill>
              </a:rPr>
              <a:t>AI Agent在三大软件工程领域的实践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41732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AI应用领域
</a:t>
            </a:r>
          </a:p>
        </p:txBody>
      </p:sp>
      <p:sp>
        <p:nvSpPr>
          <p:cNvPr id="4" name="Oval 3"/>
          <p:cNvSpPr/>
          <p:nvPr/>
        </p:nvSpPr>
        <p:spPr>
          <a:xfrm>
            <a:off x="5083008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MCP工具
</a:t>
            </a:r>
          </a:p>
        </p:txBody>
      </p:sp>
      <p:sp>
        <p:nvSpPr>
          <p:cNvPr id="5" name="Oval 4"/>
          <p:cNvSpPr/>
          <p:nvPr/>
        </p:nvSpPr>
        <p:spPr>
          <a:xfrm>
            <a:off x="2232191" y="38862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📊
</a:t>
            </a:r>
            <a:r>
              <a:rPr sz="1300" b="1">
                <a:solidFill>
                  <a:srgbClr val="000000"/>
                </a:solidFill>
              </a:rPr>
              <a:t>应用场景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