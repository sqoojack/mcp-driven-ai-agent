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AI與LLM對軟體工程的影響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人工智能（AI）和大型语言模型（LLM）正深刻改变软件工程格局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本报告聚焦于MCP（Model Context Protocol）技术，旨在将封闭的本地端脚本转化为标准化的AI Agent工具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MCP協議：AI Agent工具標準化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报告核心探讨三大方向：</a:t>
            </a:r>
          </a:p>
          <a:p>
            <a:pPr>
              <a:defRPr sz="1800"/>
            </a:pPr>
            <a:r>
              <a:t>1. AI Agent的自动化工作流实现</a:t>
            </a:r>
          </a:p>
          <a:p>
            <a:pPr>
              <a:defRPr sz="1800"/>
            </a:pPr>
            <a:r>
              <a:t>2. 与AWS S3云端服务的整合方案</a:t>
            </a:r>
          </a:p>
          <a:p>
            <a:pPr>
              <a:defRPr sz="1800"/>
            </a:pPr>
            <a:r>
              <a:t>3. 基于结构化JSON输出实现动态图表绘制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Agent技術的未來應用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MCP协议通过标准化接口，使AI Agent工具具备可复用性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本报告将系统性探讨其在自动化、云端整合及数据可视化领域的应用潜力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🔗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MCP協議核心
</a:t>
            </a:r>
            <a:r>
              <a:rPr sz="1000">
                <a:solidFill>
                  <a:srgbClr val="000000"/>
                </a:solidFill>
              </a:rPr>
              <a:t>標準化AI Agent工具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🔄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自動化工作流
</a:t>
            </a:r>
            <a:r>
              <a:rPr sz="1000">
                <a:solidFill>
                  <a:srgbClr val="000000"/>
                </a:solidFill>
              </a:rPr>
              <a:t>實現自動化流程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☁️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云端整合
</a:t>
            </a:r>
            <a:r>
              <a:rPr sz="1000">
                <a:solidFill>
                  <a:srgbClr val="000000"/>
                </a:solidFill>
              </a:rPr>
              <a:t>與AWS S3整合方案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动态图表
</a:t>
            </a:r>
            <a:r>
              <a:rPr sz="1000">
                <a:solidFill>
                  <a:srgbClr val="000000"/>
                </a:solidFill>
              </a:rPr>
              <a:t>基於JSON輸出繪製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32588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🔗
</a:t>
            </a:r>
            <a:r>
              <a:rPr sz="1300" b="1">
                <a:solidFill>
                  <a:srgbClr val="000000"/>
                </a:solidFill>
              </a:rPr>
              <a:t>MCP協議核心
</a:t>
            </a:r>
          </a:p>
        </p:txBody>
      </p:sp>
      <p:sp>
        <p:nvSpPr>
          <p:cNvPr id="4" name="Oval 3"/>
          <p:cNvSpPr/>
          <p:nvPr/>
        </p:nvSpPr>
        <p:spPr>
          <a:xfrm>
            <a:off x="539496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🔄
</a:t>
            </a:r>
            <a:r>
              <a:rPr sz="1300" b="1">
                <a:solidFill>
                  <a:srgbClr val="000000"/>
                </a:solidFill>
              </a:rPr>
              <a:t>自動化工作流
</a:t>
            </a:r>
          </a:p>
        </p:txBody>
      </p:sp>
      <p:sp>
        <p:nvSpPr>
          <p:cNvPr id="5" name="Oval 4"/>
          <p:cNvSpPr/>
          <p:nvPr/>
        </p:nvSpPr>
        <p:spPr>
          <a:xfrm>
            <a:off x="3657600" y="48006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☁️
</a:t>
            </a:r>
            <a:r>
              <a:rPr sz="1300" b="1">
                <a:solidFill>
                  <a:srgbClr val="000000"/>
                </a:solidFill>
              </a:rPr>
              <a:t>云端整合
</a:t>
            </a:r>
          </a:p>
        </p:txBody>
      </p:sp>
      <p:sp>
        <p:nvSpPr>
          <p:cNvPr id="6" name="Oval 5"/>
          <p:cNvSpPr/>
          <p:nvPr/>
        </p:nvSpPr>
        <p:spPr>
          <a:xfrm>
            <a:off x="192024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  <a:r>
              <a:rPr sz="1300" b="1">
                <a:solidFill>
                  <a:srgbClr val="000000"/>
                </a:solidFill>
              </a:rPr>
              <a:t>动态图表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