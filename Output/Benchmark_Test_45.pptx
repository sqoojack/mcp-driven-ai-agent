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AI與LLM對軟體工程的影響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人工智能（AI）和大型语言模型（LLM）正深刻改变软件工程架构</a:t>
            </a:r>
          </a:p>
          <a:p>
            <a:pPr>
              <a:defRPr sz="1800"/>
            </a:pPr>
            <a:r>
              <a:t>• 自动化代码生成与测试</a:t>
            </a:r>
          </a:p>
          <a:p>
            <a:pPr>
              <a:defRPr sz="1800"/>
            </a:pPr>
            <a:r>
              <a:t>• 智能化缺陷检测与修复</a:t>
            </a:r>
          </a:p>
          <a:p>
            <a:pPr>
              <a:defRPr sz="1800"/>
            </a:pPr>
            <a:r>
              <a:t>• 重构与优化建议</a:t>
            </a:r>
          </a:p>
          <a:p>
            <a:pPr>
              <a:defRPr sz="1800"/>
            </a:pPr>
            <a:r>
              <a:t>• 传统本地端脚本封闭性问题凸显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MCP協議：本地端腳本轉型為標準化AI Agent工具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MCP（Model Context Protocol）作为关键解决方案</a:t>
            </a:r>
          </a:p>
          <a:p>
            <a:pPr>
              <a:defRPr sz="1800"/>
            </a:pPr>
            <a:r>
              <a:t>• 将封闭的本地端脚本转化为可交互的AI Agent工具</a:t>
            </a:r>
          </a:p>
          <a:p>
            <a:pPr>
              <a:defRPr sz="1800"/>
            </a:pPr>
            <a:r>
              <a:t>• 提供标准化接口与上下文管理机制</a:t>
            </a:r>
          </a:p>
          <a:p>
            <a:pPr>
              <a:defRPr sz="1800"/>
            </a:pPr>
            <a:r>
              <a:t>• 支持模块化扩展与协同工作</a:t>
            </a:r>
          </a:p>
          <a:p>
            <a:pPr>
              <a:defRPr sz="1800"/>
            </a:pPr>
            <a:r>
              <a:t>• 解决传统脚本工具的孤立性问题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報告探討的核心主題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AI Agent的自动化工作流实现</a:t>
            </a:r>
          </a:p>
          <a:p>
            <a:pPr>
              <a:defRPr sz="1800"/>
            </a:pPr>
            <a:r>
              <a:t>• 工作流引擎设计与执行机制</a:t>
            </a:r>
          </a:p>
          <a:p>
            <a:pPr>
              <a:defRPr sz="1800"/>
            </a:pPr>
            <a:r>
              <a:t>• 多Agent协作与任务分配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AWS S3云端整合方案</a:t>
            </a:r>
          </a:p>
          <a:p>
            <a:pPr>
              <a:defRPr sz="1800"/>
            </a:pPr>
            <a:r>
              <a:t>• 数据存储与管理架构</a:t>
            </a:r>
          </a:p>
          <a:p>
            <a:pPr>
              <a:defRPr sz="1800"/>
            </a:pPr>
            <a:r>
              <a:t>• 云服务集成接口设计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JSON结构化输出与动态图表绘制</a:t>
            </a:r>
          </a:p>
          <a:p>
            <a:pPr>
              <a:defRPr sz="1800"/>
            </a:pPr>
            <a:r>
              <a:t>• 标准化数据格式定义</a:t>
            </a:r>
          </a:p>
          <a:p>
            <a:pPr>
              <a:defRPr sz="1800"/>
            </a:pPr>
            <a:r>
              <a:t>• 实时数据可视化实现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AI對軟體工程的影響
</a:t>
            </a:r>
            <a:r>
              <a:rPr sz="1000">
                <a:solidFill>
                  <a:srgbClr val="000000"/>
                </a:solidFill>
              </a:rPr>
              <a:t>AI與LLM如何改變軟體工程？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MCP協議的引入
</a:t>
            </a:r>
            <a:r>
              <a:rPr sz="1000">
                <a:solidFill>
                  <a:srgbClr val="000000"/>
                </a:solidFill>
              </a:rPr>
              <a:t>如何將本地端腳本轉為AI Agent？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AI Agent與雲端整合
</a:t>
            </a:r>
            <a:r>
              <a:rPr sz="1000">
                <a:solidFill>
                  <a:srgbClr val="000000"/>
                </a:solidFill>
              </a:rPr>
              <a:t>工作流與JSON輸出如何實現？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41732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  <a:r>
              <a:rPr sz="1300" b="1">
                <a:solidFill>
                  <a:srgbClr val="000000"/>
                </a:solidFill>
              </a:rPr>
              <a:t>AI對軟體工程的影響
</a:t>
            </a:r>
          </a:p>
        </p:txBody>
      </p:sp>
      <p:sp>
        <p:nvSpPr>
          <p:cNvPr id="4" name="Oval 3"/>
          <p:cNvSpPr/>
          <p:nvPr/>
        </p:nvSpPr>
        <p:spPr>
          <a:xfrm>
            <a:off x="5083008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  <a:r>
              <a:rPr sz="1300" b="1">
                <a:solidFill>
                  <a:srgbClr val="000000"/>
                </a:solidFill>
              </a:rPr>
              <a:t>MCP協議的引入
</a:t>
            </a:r>
          </a:p>
        </p:txBody>
      </p:sp>
      <p:sp>
        <p:nvSpPr>
          <p:cNvPr id="5" name="Oval 4"/>
          <p:cNvSpPr/>
          <p:nvPr/>
        </p:nvSpPr>
        <p:spPr>
          <a:xfrm>
            <a:off x="2232191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  <a:r>
              <a:rPr sz="1300" b="1">
                <a:solidFill>
                  <a:srgbClr val="000000"/>
                </a:solidFill>
              </a:rPr>
              <a:t>AI Agent與雲端整合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