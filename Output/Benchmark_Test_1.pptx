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技術趨勢與核心概念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AI與大型語言模型正深刻影響軟體工程領域</a:t>
            </a:r>
          </a:p>
          <a:p>
            <a:pPr>
              <a:defRPr sz="1800"/>
            </a:pPr>
            <a:r>
              <a:t>提出MCP協議概念，將本地端腳本轉化為標準化AI Agent工具</a:t>
            </a:r>
          </a:p>
          <a:p>
            <a:pPr>
              <a:defRPr sz="1800"/>
            </a:pPr>
            <a:r>
              <a:t>本報告聚焦於三大關鍵主題：</a:t>
            </a:r>
          </a:p>
          <a:p>
            <a:pPr>
              <a:defRPr sz="1800"/>
            </a:pPr>
            <a:r>
              <a:t>1. AI Agent自動化工作流</a:t>
            </a:r>
          </a:p>
          <a:p>
            <a:pPr>
              <a:defRPr sz="1800"/>
            </a:pPr>
            <a:r>
              <a:t>2. AWS S3雲端整合</a:t>
            </a:r>
          </a:p>
          <a:p>
            <a:pPr>
              <a:defRPr sz="1800"/>
            </a:pPr>
            <a:r>
              <a:t>3. JSON輸出驅動的動態圖表繪製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MCP協議與報告架構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MCP協議核心價值：</a:t>
            </a:r>
          </a:p>
          <a:p>
            <a:pPr>
              <a:defRPr sz="1800"/>
            </a:pPr>
            <a:r>
              <a:t>• 將封閉式本地端腳本轉換為標準化AI Agent</a:t>
            </a:r>
          </a:p>
          <a:p>
            <a:pPr>
              <a:defRPr sz="1800"/>
            </a:pPr>
            <a:r>
              <a:t>• 提供跨平台互操作性與擴展性</a:t>
            </a:r>
          </a:p>
          <a:p>
            <a:pPr>
              <a:defRPr sz="1800"/>
            </a:pPr>
            <a:r>
              <a:t>報告內容預告：</a:t>
            </a:r>
          </a:p>
          <a:p>
            <a:pPr>
              <a:defRPr sz="1800"/>
            </a:pPr>
            <a:r>
              <a:t>1. AI Agent工作流實現機制</a:t>
            </a:r>
          </a:p>
          <a:p>
            <a:pPr>
              <a:defRPr sz="1800"/>
            </a:pPr>
            <a:r>
              <a:t>2. AWS S3雲端整合技術細節</a:t>
            </a:r>
          </a:p>
          <a:p>
            <a:pPr>
              <a:defRPr sz="1800"/>
            </a:pPr>
            <a:r>
              <a:t>3. JSON結構化輸出與動態圖表生成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MCP協議的潛在應用：</a:t>
            </a:r>
          </a:p>
          <a:p>
            <a:pPr>
              <a:defRPr sz="1800"/>
            </a:pPr>
            <a:r>
              <a:t>• 標準化AI Agent生態系統建設</a:t>
            </a:r>
          </a:p>
          <a:p>
            <a:pPr>
              <a:defRPr sz="1800"/>
            </a:pPr>
            <a:r>
              <a:t>• 深化雲端服務整合能力</a:t>
            </a:r>
          </a:p>
          <a:p>
            <a:pPr>
              <a:defRPr sz="1800"/>
            </a:pPr>
            <a:r>
              <a:t>• 推動智能化工作流的產業實踐</a:t>
            </a:r>
          </a:p>
          <a:p>
            <a:pPr>
              <a:defRPr sz="1800"/>
            </a:pPr>
            <a:r>
              <a:t>本報告將為AI時代的軟體工程提供新思維與技術路徑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MCP核心概念
</a:t>
            </a:r>
            <a:r>
              <a:rPr sz="1000">
                <a:solidFill>
                  <a:srgbClr val="000000"/>
                </a:solidFill>
              </a:rPr>
              <a:t>AI Agent自動化與MCP協議介紹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協議架構
</a:t>
            </a:r>
            <a:r>
              <a:rPr sz="1000">
                <a:solidFill>
                  <a:srgbClr val="000000"/>
                </a:solidFill>
              </a:rPr>
              <a:t>標準化AI Agent與跨平台整合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未來應用
</a:t>
            </a:r>
            <a:r>
              <a:rPr sz="1000">
                <a:solidFill>
                  <a:srgbClr val="000000"/>
                </a:solidFill>
              </a:rPr>
              <a:t>標準化生態系統與產業實踐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MCP核心概念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協議架構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  <a:r>
              <a:rPr sz="1300" b="1">
                <a:solidFill>
                  <a:srgbClr val="000000"/>
                </a:solidFill>
              </a:rPr>
              <a:t>未來應用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