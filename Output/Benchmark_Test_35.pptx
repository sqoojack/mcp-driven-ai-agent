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技術報告主題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與大型語言模型正在改變軟體工程</a:t>
            </a:r>
          </a:p>
          <a:p>
            <a:pPr>
              <a:defRPr sz="1800"/>
            </a:pPr>
            <a:r>
              <a:t>本報告聚焦於 AI Agent 相關技術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報告核心內容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AI Agent 的自動化工作流</a:t>
            </a:r>
          </a:p>
          <a:p>
            <a:pPr>
              <a:defRPr sz="1800"/>
            </a:pPr>
            <a:r>
              <a:t>2. 與 AWS S3 雲端服務的整合</a:t>
            </a:r>
          </a:p>
          <a:p>
            <a:pPr>
              <a:defRPr sz="1800"/>
            </a:pPr>
            <a:r>
              <a:t>3. 利用結構化 JSON 輸出進行動態圖表繪製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關鍵技術：MCP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 (Model Context Protocol)</a:t>
            </a:r>
          </a:p>
          <a:p>
            <a:pPr>
              <a:defRPr sz="1800"/>
            </a:pPr>
            <a:r>
              <a:t>用於將本地腳本轉化為標準化的 AI Agent 工具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🔧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
</a:t>
            </a:r>
            <a:r>
              <a:rPr sz="1000">
                <a:solidFill>
                  <a:srgbClr val="000000"/>
                </a:solidFill>
              </a:rPr>
              <a:t>AI Agent工具整合的基礎技術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自動化工作流
</a:t>
            </a:r>
            <a:r>
              <a:rPr sz="1000">
                <a:solidFill>
                  <a:srgbClr val="000000"/>
                </a:solidFill>
              </a:rPr>
              <a:t>AI Agent的自動化流程核心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AWS S3整合
</a:t>
            </a:r>
            <a:r>
              <a:rPr sz="1000">
                <a:solidFill>
                  <a:srgbClr val="000000"/>
                </a:solidFill>
              </a:rPr>
              <a:t>與雲端服務的互動整合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JSON輸出與動態圖表
</a:t>
            </a:r>
            <a:r>
              <a:rPr sz="1000">
                <a:solidFill>
                  <a:srgbClr val="000000"/>
                </a:solidFill>
              </a:rPr>
              <a:t>使用結構化JSON生成視覺化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🔧
</a:t>
            </a:r>
            <a:r>
              <a:rPr sz="1300" b="1">
                <a:solidFill>
                  <a:srgbClr val="000000"/>
                </a:solidFill>
              </a:rPr>
              <a:t>MCP協議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自動化工作流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AWS S3整合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JSON輸出與動態圖表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