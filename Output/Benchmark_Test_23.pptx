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導言與背景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人工智能（AI）與大型語言模型（LLM）正深刻改變現代軟體工程領域。</a:t>
            </a:r>
          </a:p>
          <a:p>
            <a:pPr>
              <a:defRPr sz="1800"/>
            </a:pPr>
            <a:r>
              <a:t>本報告提出一種名為MCP（Model Context Protocol）的新協議，</a:t>
            </a:r>
          </a:p>
          <a:p>
            <a:pPr>
              <a:defRPr sz="1800"/>
            </a:pPr>
            <a:r>
              <a:t>旨在將傳統的本地端腳本轉化為標準化的AI Agent工具。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MCP的核心價值在於實現以下轉化：</a:t>
            </a:r>
          </a:p>
          <a:p>
            <a:pPr>
              <a:defRPr sz="1800"/>
            </a:pPr>
            <a:r>
              <a:t>• 封閉的本地腳本 → 標準化的AI Agent工具</a:t>
            </a:r>
          </a:p>
          <a:p>
            <a:pPr>
              <a:defRPr sz="1800"/>
            </a:pPr>
            <a:r>
              <a:t>• 提升工具的可擴展性與互操作性</a:t>
            </a:r>
          </a:p>
          <a:p>
            <a:pPr>
              <a:defRPr sz="1800"/>
            </a:pPr>
            <a:r>
              <a:t>• 為後續AI Agent的應用奠定基礎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本報告將探討三大關鍵主題：</a:t>
            </a:r>
          </a:p>
          <a:p>
            <a:pPr>
              <a:defRPr sz="1800"/>
            </a:pPr>
            <a:r>
              <a:t>1. AI Agent的自動化工作流</a:t>
            </a:r>
          </a:p>
          <a:p>
            <a:pPr>
              <a:defRPr sz="1800"/>
            </a:pPr>
            <a:r>
              <a:t>2. AI Agent與AWS S3雲端儲存的整合</a:t>
            </a:r>
          </a:p>
          <a:p>
            <a:pPr>
              <a:defRPr sz="1800"/>
            </a:pPr>
            <a:r>
              <a:t>3. 動態圖表繪製：基於AI Agent的JSON輸出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導言與背景
</a:t>
            </a:r>
            <a:r>
              <a:rPr sz="1000">
                <a:solidFill>
                  <a:srgbClr val="000000"/>
                </a:solidFill>
              </a:rPr>
              <a:t>介紹AI/LLM對軟體工程影響，提出MCP協議。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MCP協議介紹
</a:t>
            </a:r>
            <a:r>
              <a:rPr sz="1000">
                <a:solidFill>
                  <a:srgbClr val="000000"/>
                </a:solidFill>
              </a:rPr>
              <a:t>解釋MCP如何轉化本地腳本為AI Agent工具，提升可擴展性。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Agent應用
</a:t>
            </a:r>
            <a:r>
              <a:rPr sz="1000">
                <a:solidFill>
                  <a:srgbClr val="000000"/>
                </a:solidFill>
              </a:rPr>
              <a:t>探討自動化工作流、AWS S3整合及動態圖表繪製。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導言與背景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MCP協議介紹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 Agent應用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