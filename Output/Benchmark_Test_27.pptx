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人工智能與大型語言模型的影響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人工智能與大型語言模型正深刻改變現代軟體工程領域，引發產業革命性轉變。此趨勢促使開發者重新思考傳統軟體開發模式，並催生新型開發工具與方法。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模型上下文協議（MCP）的創新價值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Protocol）是一項突破性技術，其核心價值在於：</a:t>
            </a:r>
          </a:p>
          <a:p>
            <a:pPr>
              <a:defRPr sz="1800"/>
            </a:pPr>
            <a:r>
              <a:t>1. 將傳統封閉式本地腳本轉型為標準化AI Agent工具</a:t>
            </a:r>
          </a:p>
          <a:p>
            <a:pPr>
              <a:defRPr sz="1800"/>
            </a:pPr>
            <a:r>
              <a:t>2. 提供AI Agent間協作的通用框架與溝通協議</a:t>
            </a:r>
          </a:p>
          <a:p>
            <a:pPr>
              <a:defRPr sz="1800"/>
            </a:pPr>
            <a:r>
              <a:t>3. 實現不同AI Agent間的無縫對話與任務協同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MCP技術應用場景與未來展望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MCP將在以下關鍵領域發揮作用：</a:t>
            </a:r>
          </a:p>
          <a:p>
            <a:pPr>
              <a:defRPr sz="1800"/>
            </a:pPr>
            <a:r>
              <a:t>• AI Agent自動化工作流：實現複雜任務的自動化分解與執行</a:t>
            </a:r>
          </a:p>
          <a:p>
            <a:pPr>
              <a:defRPr sz="1800"/>
            </a:pPr>
            <a:r>
              <a:t>• AWS S3雲端整合：支持AI Agent與雲端存儲系統的無縫對接</a:t>
            </a:r>
          </a:p>
          <a:p>
            <a:pPr>
              <a:defRPr sz="1800"/>
            </a:pPr>
            <a:r>
              <a:t>• 數據可視化：透過結構化JSON輸出，實現動態圖表的實時生成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AI影響與挑戰
</a:t>
            </a:r>
            <a:r>
              <a:rPr sz="1000">
                <a:solidFill>
                  <a:srgbClr val="000000"/>
                </a:solidFill>
              </a:rPr>
              <a:t>AI改變軟體工程，催生新工具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MCP框架
</a:t>
            </a:r>
            <a:r>
              <a:rPr sz="1000">
                <a:solidFill>
                  <a:srgbClr val="000000"/>
                </a:solidFill>
              </a:rPr>
              <a:t>標準化AI Agent工具與協作框架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MCP應用場景
</a:t>
            </a:r>
            <a:r>
              <a:rPr sz="1000">
                <a:solidFill>
                  <a:srgbClr val="000000"/>
                </a:solidFill>
              </a:rPr>
              <a:t>自動化工作流、雲端整合、數據可視化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AI影響與挑戰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MCP框架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  <a:r>
              <a:rPr sz="1300" b="1">
                <a:solidFill>
                  <a:srgbClr val="000000"/>
                </a:solidFill>
              </a:rPr>
              <a:t>MCP應用場景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