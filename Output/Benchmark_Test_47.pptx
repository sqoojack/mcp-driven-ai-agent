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AI時代的軟體工程轉型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人工智能與大型語言模型正深刻改變現代軟體工程的基礎架構</a:t>
            </a:r>
          </a:p>
          <a:p>
            <a:pPr>
              <a:defRPr sz="1800"/>
            </a:pPr>
            <a:r>
              <a:t>關鍵趨勢：自動化、智能化與協作式開發</a:t>
            </a:r>
          </a:p>
          <a:p>
            <a:pPr>
              <a:defRPr sz="1800"/>
            </a:pPr>
            <a:r>
              <a:t>MCP（模型上下文協議）作為核心解決方案，旨在標準化AI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MCP：模型上下文協議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關鍵技術亮點：</a:t>
            </a:r>
          </a:p>
          <a:p>
            <a:pPr>
              <a:defRPr sz="1800"/>
            </a:pPr>
            <a:r>
              <a:t>• 將傳統封閉式本地腳本轉化為標準化AI Agent工具</a:t>
            </a:r>
          </a:p>
          <a:p>
            <a:pPr>
              <a:defRPr sz="1800"/>
            </a:pPr>
            <a:r>
              <a:t>• 提供模型間協作的上下文溝通機制</a:t>
            </a:r>
          </a:p>
          <a:p>
            <a:pPr>
              <a:defRPr sz="1800"/>
            </a:pPr>
            <a:r>
              <a:t>• 支援AWS S3雲端整合，實現彈性部署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核心功能與應用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</a:t>
            </a:r>
          </a:p>
          <a:p>
            <a:pPr>
              <a:defRPr sz="1800"/>
            </a:pPr>
            <a:r>
              <a:t>• 基於AI Agent的任務協作管道</a:t>
            </a:r>
          </a:p>
          <a:p>
            <a:pPr>
              <a:defRPr sz="1800"/>
            </a:pPr>
            <a:r>
              <a:t>• 支援跨模型任務分配與追蹤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JSON輸出結構化：</a:t>
            </a:r>
          </a:p>
          <a:p>
            <a:pPr>
              <a:defRPr sz="1800"/>
            </a:pPr>
            <a:r>
              <a:t>• 提供標準化資料格式</a:t>
            </a:r>
          </a:p>
          <a:p>
            <a:pPr>
              <a:defRPr sz="1800"/>
            </a:pPr>
            <a:r>
              <a:t>• 支援動態圖表繪製與可視化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應用場景：</a:t>
            </a:r>
          </a:p>
          <a:p>
            <a:pPr>
              <a:defRPr sz="1800"/>
            </a:pPr>
            <a:r>
              <a:t>• 軟體開發自動化測試</a:t>
            </a:r>
          </a:p>
          <a:p>
            <a:pPr>
              <a:defRPr sz="1800"/>
            </a:pPr>
            <a:r>
              <a:t>• 數據分析流程優化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MCP核心概念
</a:t>
            </a:r>
            <a:r>
              <a:rPr sz="1000">
                <a:solidFill>
                  <a:srgbClr val="000000"/>
                </a:solidFill>
              </a:rPr>
              <a:t>MCP作為AI工具標準化協議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技術亮點
</a:t>
            </a:r>
            <a:r>
              <a:rPr sz="1000">
                <a:solidFill>
                  <a:srgbClr val="000000"/>
                </a:solidFill>
              </a:rPr>
              <a:t>本地腳本轉AI工具、模型協作機制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核心功能
</a:t>
            </a:r>
            <a:r>
              <a:rPr sz="1000">
                <a:solidFill>
                  <a:srgbClr val="000000"/>
                </a:solidFill>
              </a:rPr>
              <a:t>自動化任務與JSON輸出結構化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應用場景
</a:t>
            </a:r>
            <a:r>
              <a:rPr sz="1000">
                <a:solidFill>
                  <a:srgbClr val="000000"/>
                </a:solidFill>
              </a:rPr>
              <a:t>自動測試與數據分析優化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MCP核心概念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技術亮點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核心功能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應用場景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