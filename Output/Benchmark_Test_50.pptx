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AI與LLM對軟體工程的影響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人工智能（AI）和大型語言模型（LLM）正在深刻改變現代軟體工程的實踐與流程。</a:t>
            </a:r>
          </a:p>
          <a:p>
            <a:pPr>
              <a:defRPr sz="1800"/>
            </a:pPr>
            <a:r>
              <a:t>本報告將聚焦於一種名為MCP（Model Context Protocol）的新技術或協議，該協議旨在將傳統的本地端腳本轉化為標準化的AI Agent工具。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MCP協議的主要目標是將封閉的本地端腳本轉化為可標準化、可擴展的AI Agent工具。</a:t>
            </a:r>
          </a:p>
          <a:p>
            <a:pPr>
              <a:defRPr sz="1800"/>
            </a:pPr>
            <a:r>
              <a:t>其關鍵優勢在於：</a:t>
            </a:r>
          </a:p>
          <a:p>
            <a:pPr>
              <a:defRPr sz="1800"/>
            </a:pPr>
            <a:r>
              <a:t>1. 提供標準化的介面與通訊協定</a:t>
            </a:r>
          </a:p>
          <a:p>
            <a:pPr>
              <a:defRPr sz="1800"/>
            </a:pPr>
            <a:r>
              <a:t>2. 支援AI Agent的模組化與組合</a:t>
            </a:r>
          </a:p>
          <a:p>
            <a:pPr>
              <a:defRPr sz="1800"/>
            </a:pPr>
            <a:r>
              <a:t>3. 促進不同系統間的協作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報告核心內容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本報告將探討以下三大方向：</a:t>
            </a:r>
          </a:p>
          <a:p>
            <a:pPr>
              <a:defRPr sz="1800"/>
            </a:pPr>
            <a:r>
              <a:t>1. AI Agent的自動化工作流：</a:t>
            </a:r>
          </a:p>
          <a:p>
            <a:pPr>
              <a:defRPr sz="1800"/>
            </a:pPr>
            <a:r>
              <a:t>   - 如何利用AI Agent實現複雜工作流程的自動化</a:t>
            </a:r>
          </a:p>
          <a:p>
            <a:pPr>
              <a:defRPr sz="1800"/>
            </a:pPr>
            <a:r>
              <a:t>   - 自動化流程的監控與優化</a:t>
            </a:r>
          </a:p>
          <a:p>
            <a:pPr>
              <a:defRPr sz="1800"/>
            </a:pPr>
            <a:r>
              <a:t>2. AI Agent與AWS S3雲端整合：</a:t>
            </a:r>
          </a:p>
          <a:p>
            <a:pPr>
              <a:defRPr sz="1800"/>
            </a:pPr>
            <a:r>
              <a:t>   - 整合雲端存儲服務的技術架構</a:t>
            </a:r>
          </a:p>
          <a:p>
            <a:pPr>
              <a:defRPr sz="1800"/>
            </a:pPr>
            <a:r>
              <a:t>   - 數據流與安全性的考量</a:t>
            </a:r>
          </a:p>
          <a:p>
            <a:pPr>
              <a:defRPr sz="1800"/>
            </a:pPr>
            <a:r>
              <a:t>3. 動態圖表繪製：</a:t>
            </a:r>
          </a:p>
          <a:p>
            <a:pPr>
              <a:defRPr sz="1800"/>
            </a:pPr>
            <a:r>
              <a:t>   - 基於結構化JSON輸出的實作方法</a:t>
            </a:r>
          </a:p>
          <a:p>
            <a:pPr>
              <a:defRPr sz="1800"/>
            </a:pPr>
            <a:r>
              <a:t>   - 數據可視化與分析的應用場景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MCP核心概念
</a:t>
            </a:r>
            <a:r>
              <a:rPr sz="1000">
                <a:solidFill>
                  <a:srgbClr val="000000"/>
                </a:solidFill>
              </a:rPr>
              <a:t>介紹MCP協議的概念與目標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MCP核心價值
</a:t>
            </a:r>
            <a:r>
              <a:rPr sz="1000">
                <a:solidFill>
                  <a:srgbClr val="000000"/>
                </a:solidFill>
              </a:rPr>
              <a:t>MCP的主要優勢與特點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Agent自動化工作流
</a:t>
            </a:r>
            <a:r>
              <a:rPr sz="1000">
                <a:solidFill>
                  <a:srgbClr val="000000"/>
                </a:solidFill>
              </a:rPr>
              <a:t>自動化流程的實現與優化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整合應用方向
</a:t>
            </a:r>
            <a:r>
              <a:rPr sz="1000">
                <a:solidFill>
                  <a:srgbClr val="000000"/>
                </a:solidFill>
              </a:rPr>
              <a:t>與AWS S3等雲端服務的整合與應用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🔍
</a:t>
            </a:r>
            <a:r>
              <a:rPr sz="1300" b="1">
                <a:solidFill>
                  <a:srgbClr val="000000"/>
                </a:solidFill>
              </a:rPr>
              <a:t>MCP核心概念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🧩
</a:t>
            </a:r>
            <a:r>
              <a:rPr sz="1300" b="1">
                <a:solidFill>
                  <a:srgbClr val="000000"/>
                </a:solidFill>
              </a:rPr>
              <a:t>MCP核心價值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AI Agent自動化工作流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🔗
</a:t>
            </a:r>
            <a:r>
              <a:rPr sz="1300" b="1">
                <a:solidFill>
                  <a:srgbClr val="000000"/>
                </a:solidFill>
              </a:rPr>
              <a:t>整合應用方向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