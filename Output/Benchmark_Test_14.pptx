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人工智能與大型語言模型對軟體工程的影響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人工智能與大型語言模型正在深刻改變現代軟體工程的基礎架構。本報告提出MCP（模型上下文協議）作為應對這一變革的關鍵技術。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協議的核心功能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協議將傳統的、封閉的本地腳本轉變為標準化的 AI Agent 工具，實現了以下功能：</a:t>
            </a:r>
          </a:p>
          <a:p>
            <a:pPr>
              <a:defRPr sz="1800"/>
            </a:pPr>
            <a:r>
              <a:t>1. 提供標準化接口，促進 AI Agent 的互操作性</a:t>
            </a:r>
          </a:p>
          <a:p>
            <a:pPr>
              <a:defRPr sz="1800"/>
            </a:pPr>
            <a:r>
              <a:t>2. 支持上下文協議，提升 AI Agent 的智能化水平</a:t>
            </a:r>
          </a:p>
          <a:p>
            <a:pPr>
              <a:defRPr sz="1800"/>
            </a:pPr>
            <a:r>
              <a:t>3. 為軟體工程帶來新的開發模式與效率提升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報告探討的三大主題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本報告將深入探討以下三大主題：</a:t>
            </a:r>
          </a:p>
          <a:p>
            <a:pPr>
              <a:defRPr sz="1800"/>
            </a:pPr>
            <a:r>
              <a:t>1. AI Agent 的自動化工作流：如何實現高效、可重複的自動化任務處理</a:t>
            </a:r>
          </a:p>
          <a:p>
            <a:pPr>
              <a:defRPr sz="1800"/>
            </a:pPr>
            <a:r>
              <a:t>2. AI Agent 與 AWS S3 云端整合：實現雲端存儲與 AI Agent 的無縫對接</a:t>
            </a:r>
          </a:p>
          <a:p>
            <a:pPr>
              <a:defRPr sz="1800"/>
            </a:pPr>
            <a:r>
              <a:t>3. 動態圖表繪製：通過結構化 JSON 輸出，實現即時數據可視化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1572768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📡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1572768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MCP协议核心
</a:t>
            </a:r>
            <a:r>
              <a:rPr sz="1000">
                <a:solidFill>
                  <a:srgbClr val="000000"/>
                </a:solidFill>
              </a:rPr>
              <a:t>關鍵技術應對AI变革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29968" y="1828800"/>
            <a:ext cx="1572768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29968" y="2743200"/>
            <a:ext cx="1572768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核心功能
</a:t>
            </a:r>
            <a:r>
              <a:rPr sz="1000">
                <a:solidFill>
                  <a:srgbClr val="000000"/>
                </a:solidFill>
              </a:rPr>
              <a:t>標準化接口與智能化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5616" y="1828800"/>
            <a:ext cx="1572768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5616" y="2743200"/>
            <a:ext cx="1572768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自動化工作流
</a:t>
            </a:r>
            <a:r>
              <a:rPr sz="1000">
                <a:solidFill>
                  <a:srgbClr val="000000"/>
                </a:solidFill>
              </a:rPr>
              <a:t>高效任務處理架構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41264" y="1828800"/>
            <a:ext cx="1572768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41264" y="2743200"/>
            <a:ext cx="1572768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
</a:t>
            </a:r>
            <a:r>
              <a:rPr sz="1000">
                <a:solidFill>
                  <a:srgbClr val="000000"/>
                </a:solidFill>
              </a:rPr>
              <a:t>雲端存儲無縫對接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96912" y="1828800"/>
            <a:ext cx="1572768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2743200"/>
            <a:ext cx="1572768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動態圖表
</a:t>
            </a:r>
            <a:r>
              <a:rPr sz="1000">
                <a:solidFill>
                  <a:srgbClr val="000000"/>
                </a:solidFill>
              </a:rPr>
              <a:t>JSON輸出即時可視化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2344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📡
</a:t>
            </a:r>
            <a:r>
              <a:rPr sz="1300" b="1">
                <a:solidFill>
                  <a:srgbClr val="000000"/>
                </a:solidFill>
              </a:rPr>
              <a:t>MCP协议核心
</a:t>
            </a:r>
          </a:p>
        </p:txBody>
      </p:sp>
      <p:sp>
        <p:nvSpPr>
          <p:cNvPr id="4" name="Oval 3"/>
          <p:cNvSpPr/>
          <p:nvPr/>
        </p:nvSpPr>
        <p:spPr>
          <a:xfrm>
            <a:off x="5396892" y="2498109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核心功能
</a:t>
            </a:r>
          </a:p>
        </p:txBody>
      </p:sp>
      <p:sp>
        <p:nvSpPr>
          <p:cNvPr id="5" name="Oval 4"/>
          <p:cNvSpPr/>
          <p:nvPr/>
        </p:nvSpPr>
        <p:spPr>
          <a:xfrm>
            <a:off x="4732541" y="454277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自動化工作流
</a:t>
            </a:r>
          </a:p>
        </p:txBody>
      </p:sp>
      <p:sp>
        <p:nvSpPr>
          <p:cNvPr id="6" name="Oval 5"/>
          <p:cNvSpPr/>
          <p:nvPr/>
        </p:nvSpPr>
        <p:spPr>
          <a:xfrm>
            <a:off x="2582658" y="454277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
</a:t>
            </a:r>
          </a:p>
        </p:txBody>
      </p:sp>
      <p:sp>
        <p:nvSpPr>
          <p:cNvPr id="7" name="Oval 6"/>
          <p:cNvSpPr/>
          <p:nvPr/>
        </p:nvSpPr>
        <p:spPr>
          <a:xfrm>
            <a:off x="1918307" y="2498109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動態圖表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