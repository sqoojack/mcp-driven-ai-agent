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姓名：Po Han Cheng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學歷：國立陽明交通大學 資訊工程研究所</a:t>
            </a:r>
          </a:p>
          <a:p>
            <a:pPr>
              <a:defRPr sz="1800"/>
            </a:pPr>
            <a:r>
              <a:t>專業方向：人工智能、GPU程式設計、系統開發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專業技能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程式語言：C++、Python、ARM64組合語言</a:t>
            </a:r>
          </a:p>
          <a:p>
            <a:pPr>
              <a:defRPr sz="1800"/>
            </a:pPr>
            <a:r>
              <a:t>技術專長：Linux/Unix、POSIX IPC、ML框架</a:t>
            </a:r>
          </a:p>
          <a:p>
            <a:pPr>
              <a:defRPr sz="1800"/>
            </a:pPr>
            <a:r>
              <a:t>人工智能：Transformer、GQA、KV Caching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經歷與專案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人工智能應用開發實習</a:t>
            </a:r>
          </a:p>
          <a:p>
            <a:pPr>
              <a:defRPr sz="1800"/>
            </a:pPr>
            <a:r>
              <a:t>• 主導GPU加速的AI推薦系統專案</a:t>
            </a:r>
          </a:p>
          <a:p>
            <a:pPr>
              <a:defRPr sz="1800"/>
            </a:pPr>
            <a:r>
              <a:t>• 設計高效能AI安全防護機制</a:t>
            </a:r>
          </a:p>
          <a:p>
            <a:pPr>
              <a:defRPr sz="1800"/>
            </a:pPr>
            <a:r>
              <a:t>• 完成多項開源貢獻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硕士研究方向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AI安全與提示注入防護</a:t>
            </a:r>
          </a:p>
          <a:p>
            <a:pPr>
              <a:defRPr sz="1800"/>
            </a:pPr>
            <a:r>
              <a:t>• 提升模型對誤用攻擊的免疫力</a:t>
            </a:r>
          </a:p>
          <a:p>
            <a:pPr>
              <a:defRPr sz="1800"/>
            </a:pPr>
            <a:r>
              <a:t>• 開發高效能推理優化方案</a:t>
            </a:r>
          </a:p>
          <a:p>
            <a:pPr>
              <a:defRPr sz="1800"/>
            </a:pPr>
            <a:r>
              <a:t>• 發表於頂尖國際會議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聯絡方式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📧 電子郵件：pohancheng@example.com</a:t>
            </a:r>
          </a:p>
          <a:p>
            <a:pPr>
              <a:defRPr sz="1800"/>
            </a:pPr>
            <a:r>
              <a:t>📱 電話：+886-912-345678</a:t>
            </a:r>
          </a:p>
          <a:p>
            <a:pPr>
              <a:defRPr sz="1800"/>
            </a:pPr>
            <a:r>
              <a:t>💻 GitHub：github.com/pohancheng</a:t>
            </a:r>
          </a:p>
          <a:p>
            <a:pPr>
              <a:defRPr sz="1800"/>
            </a:pPr>
            <a:r>
              <a:t>🔗 LinkedIn：linkedin.com/in/pohancheng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🎓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教育背景與專業方向
</a:t>
            </a:r>
            <a:r>
              <a:rPr sz="1000">
                <a:solidFill>
                  <a:srgbClr val="000000"/>
                </a:solidFill>
              </a:rPr>
              <a:t>國立陽明交通大學資訊工程研究所，人工智能與GPU程式設計。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💻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技術專長
</a:t>
            </a:r>
            <a:r>
              <a:rPr sz="1000">
                <a:solidFill>
                  <a:srgbClr val="000000"/>
                </a:solidFill>
              </a:rPr>
              <a:t>精通C++、Python、ARM64組合語言，擅長AI框架與系統開發。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🛠️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專案經歷與研究成果
</a:t>
            </a:r>
            <a:r>
              <a:rPr sz="1000">
                <a:solidFill>
                  <a:srgbClr val="000000"/>
                </a:solidFill>
              </a:rPr>
              <a:t>主導GPU加速AI專案，開發安全防護機制，聚焦AI安全與提示注入防護。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📱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聯絡方式
</a:t>
            </a:r>
            <a:r>
              <a:rPr sz="1000">
                <a:solidFill>
                  <a:srgbClr val="000000"/>
                </a:solidFill>
              </a:rPr>
              <a:t>提供電子郵件、電話、GitHub與LinkedIn等聯繫資訊。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🎓
</a:t>
            </a:r>
            <a:r>
              <a:rPr sz="1300" b="1">
                <a:solidFill>
                  <a:srgbClr val="000000"/>
                </a:solidFill>
              </a:rPr>
              <a:t>教育背景與專業方向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💻
</a:t>
            </a:r>
            <a:r>
              <a:rPr sz="1300" b="1">
                <a:solidFill>
                  <a:srgbClr val="000000"/>
                </a:solidFill>
              </a:rPr>
              <a:t>技術專長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🛠️
</a:t>
            </a:r>
            <a:r>
              <a:rPr sz="1300" b="1">
                <a:solidFill>
                  <a:srgbClr val="000000"/>
                </a:solidFill>
              </a:rPr>
              <a:t>專案經歷與研究成果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📱
</a:t>
            </a:r>
            <a:r>
              <a:rPr sz="1300" b="1">
                <a:solidFill>
                  <a:srgbClr val="000000"/>
                </a:solidFill>
              </a:rPr>
              <a:t>聯絡方式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