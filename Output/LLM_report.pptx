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個人簡介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姓名：Po Han Cheng</a:t>
            </a:r>
          </a:p>
          <a:p>
            <a:pPr>
              <a:defRPr sz="1800"/>
            </a:pPr>
            <a:r>
              <a:t>學位：國立陽明交通大學計算機科學學士</a:t>
            </a:r>
          </a:p>
          <a:p>
            <a:pPr>
              <a:defRPr sz="1800"/>
            </a:pPr>
            <a:r>
              <a:t>就讀年份：2022年至今</a:t>
            </a:r>
          </a:p>
          <a:p>
            <a:pPr>
              <a:defRPr sz="1800"/>
            </a:pPr>
            <a:r>
              <a:t>目標：展示專業背景、技術技能與研究成果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技術能力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程式語言：C++、Python</a:t>
            </a:r>
          </a:p>
          <a:p>
            <a:pPr>
              <a:defRPr sz="1800"/>
            </a:pPr>
            <a:r>
              <a:t>專業技術：GPU計算、Linux系統、AI開發、安全技術</a:t>
            </a:r>
          </a:p>
          <a:p>
            <a:pPr>
              <a:defRPr sz="1800"/>
            </a:pPr>
            <a:r>
              <a:t>AI/ML知識：Transformer、GQA、KV快取、提示工程</a:t>
            </a:r>
          </a:p>
          <a:p>
            <a:pPr>
              <a:defRPr sz="1800"/>
            </a:pPr>
            <a:r>
              <a:t>工具使用：Git、Docker、FastAPI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AI專業專長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生成式AI：VAE、DDPM、精調策略</a:t>
            </a:r>
          </a:p>
          <a:p>
            <a:pPr>
              <a:defRPr sz="1800"/>
            </a:pPr>
            <a:r>
              <a:t>多模態系統：結合不同資料型態的AI應用</a:t>
            </a:r>
          </a:p>
          <a:p>
            <a:pPr>
              <a:defRPr sz="1800"/>
            </a:pPr>
            <a:r>
              <a:t>AI安全：防範提示注入攻擊</a:t>
            </a:r>
          </a:p>
          <a:p>
            <a:pPr>
              <a:defRPr sz="1800"/>
            </a:pPr>
            <a:r>
              <a:t>雲端平台：AWS AI、GCP Vertex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工作與實習經驗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ESMT AI應用開發實習</a:t>
            </a:r>
          </a:p>
          <a:p>
            <a:pPr>
              <a:defRPr sz="1800"/>
            </a:pPr>
            <a:r>
              <a:t>專案實踐：AI電商平台、PDF表格萃取</a:t>
            </a:r>
          </a:p>
          <a:p>
            <a:pPr>
              <a:defRPr sz="1800"/>
            </a:pPr>
            <a:r>
              <a:t>工具使用：MLOps、CI/CD、MLflow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碩士論文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研究主題：防範生成式AI的提示注入攻擊</a:t>
            </a:r>
          </a:p>
          <a:p>
            <a:pPr>
              <a:defRPr sz="1800"/>
            </a:pPr>
            <a:r>
              <a:t>方法：Dual-Guardrail安全系統</a:t>
            </a:r>
          </a:p>
          <a:p>
            <a:pPr>
              <a:defRPr sz="1800"/>
            </a:pPr>
            <a:r>
              <a:t>成果：攻擊成功率降低、系統效能提升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清單圖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828800"/>
            <a:ext cx="2743200" cy="9144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🔧
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2743200"/>
            <a:ext cx="2743200" cy="1828800"/>
          </a:xfrm>
          <a:prstGeom prst="roundRect">
            <a:avLst/>
          </a:prstGeom>
          <a:solidFill>
            <a:srgbClr val="DA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</a:rPr>
              <a:t>基礎能力與實踢
</a:t>
            </a:r>
            <a:r>
              <a:rPr sz="1000">
                <a:solidFill>
                  <a:srgbClr val="000000"/>
                </a:solidFill>
              </a:rPr>
              <a:t>程式語言、工具使用與實習經驗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28800"/>
            <a:ext cx="2743200" cy="9144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🔬
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2743200"/>
            <a:ext cx="2743200" cy="1828800"/>
          </a:xfrm>
          <a:prstGeom prst="roundRect">
            <a:avLst/>
          </a:prstGeom>
          <a:solidFill>
            <a:srgbClr val="DA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</a:rPr>
              <a:t>專業深化與研究
</a:t>
            </a:r>
            <a:r>
              <a:rPr sz="1000">
                <a:solidFill>
                  <a:srgbClr val="000000"/>
                </a:solidFill>
              </a:rPr>
              <a:t>AI專長、精調策略與安全技術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2743200" cy="9144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🚀
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743200"/>
            <a:ext cx="2743200" cy="1828800"/>
          </a:xfrm>
          <a:prstGeom prst="roundRect">
            <a:avLst/>
          </a:prstGeom>
          <a:solidFill>
            <a:srgbClr val="DA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</a:rPr>
              <a:t>技能整合與應用
</a:t>
            </a:r>
            <a:r>
              <a:rPr sz="1000">
                <a:solidFill>
                  <a:srgbClr val="000000"/>
                </a:solidFill>
              </a:rPr>
              <a:t>MLOps、CI/CD、成果應用與效能提升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循環圖</a:t>
            </a:r>
          </a:p>
        </p:txBody>
      </p:sp>
      <p:sp>
        <p:nvSpPr>
          <p:cNvPr id="3" name="Oval 2"/>
          <p:cNvSpPr/>
          <p:nvPr/>
        </p:nvSpPr>
        <p:spPr>
          <a:xfrm>
            <a:off x="3657600" y="1417320"/>
            <a:ext cx="1828800" cy="1645920"/>
          </a:xfrm>
          <a:prstGeom prst="ellipse">
            <a:avLst/>
          </a:prstGeom>
          <a:solidFill>
            <a:srgbClr val="DD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🔧
</a:t>
            </a:r>
            <a:r>
              <a:rPr sz="1300" b="1">
                <a:solidFill>
                  <a:srgbClr val="000000"/>
                </a:solidFill>
              </a:rPr>
              <a:t>基礎能力與實踢
</a:t>
            </a:r>
          </a:p>
        </p:txBody>
      </p:sp>
      <p:sp>
        <p:nvSpPr>
          <p:cNvPr id="4" name="Oval 3"/>
          <p:cNvSpPr/>
          <p:nvPr/>
        </p:nvSpPr>
        <p:spPr>
          <a:xfrm>
            <a:off x="5083008" y="3886200"/>
            <a:ext cx="1828800" cy="1645920"/>
          </a:xfrm>
          <a:prstGeom prst="ellipse">
            <a:avLst/>
          </a:prstGeom>
          <a:solidFill>
            <a:srgbClr val="DD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🔬
</a:t>
            </a:r>
            <a:r>
              <a:rPr sz="1300" b="1">
                <a:solidFill>
                  <a:srgbClr val="000000"/>
                </a:solidFill>
              </a:rPr>
              <a:t>專業深化與研究
</a:t>
            </a:r>
          </a:p>
        </p:txBody>
      </p:sp>
      <p:sp>
        <p:nvSpPr>
          <p:cNvPr id="5" name="Oval 4"/>
          <p:cNvSpPr/>
          <p:nvPr/>
        </p:nvSpPr>
        <p:spPr>
          <a:xfrm>
            <a:off x="2232191" y="3886200"/>
            <a:ext cx="1828800" cy="1645920"/>
          </a:xfrm>
          <a:prstGeom prst="ellipse">
            <a:avLst/>
          </a:prstGeom>
          <a:solidFill>
            <a:srgbClr val="DD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🚀
</a:t>
            </a:r>
            <a:r>
              <a:rPr sz="1300" b="1">
                <a:solidFill>
                  <a:srgbClr val="000000"/>
                </a:solidFill>
              </a:rPr>
              <a:t>技能整合與應用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