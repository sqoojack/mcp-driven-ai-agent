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對軟體工程的革命性影響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人工智能與大型語言模型正深刻改變現代軟體工程的模式</a:t>
            </a:r>
          </a:p>
          <a:p>
            <a:pPr>
              <a:defRPr sz="1800"/>
            </a:pPr>
            <a:r>
              <a:t>AI 引發了軟體開發流程的轉型與效率提升</a:t>
            </a:r>
          </a:p>
          <a:p>
            <a:pPr>
              <a:defRPr sz="1800"/>
            </a:pPr>
            <a:r>
              <a:t>本報告將探討AI如何重塑軟體工程實踐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協議的核心創新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(Model Context Protocol) 是本專案的核心技術</a:t>
            </a:r>
          </a:p>
          <a:p>
            <a:pPr>
              <a:defRPr sz="1800"/>
            </a:pPr>
            <a:r>
              <a:t>它將傳統封閉的本地腳本轉化為標準化的 AI Agent 工具</a:t>
            </a:r>
          </a:p>
          <a:p>
            <a:pPr>
              <a:defRPr sz="1800"/>
            </a:pPr>
            <a:r>
              <a:t>實現了軟體工具的智能化與協作性升級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 自動化工作流</a:t>
            </a:r>
          </a:p>
          <a:p>
            <a:pPr>
              <a:defRPr sz="1800"/>
            </a:pPr>
            <a:r>
              <a:t>AWS S3 云端整合方案</a:t>
            </a:r>
          </a:p>
          <a:p>
            <a:pPr>
              <a:defRPr sz="1800"/>
            </a:pPr>
            <a:r>
              <a:t>基於結構化 JSON 輸出的動態圖表繪製</a:t>
            </a:r>
          </a:p>
          <a:p>
            <a:pPr>
              <a:defRPr sz="1800"/>
            </a:pPr>
            <a:r>
              <a:t>探索AI在軟體工程中的實際應用場景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核心概念
</a:t>
            </a:r>
            <a:r>
              <a:rPr sz="1000">
                <a:solidFill>
                  <a:srgbClr val="000000"/>
                </a:solidFill>
              </a:rPr>
              <a:t>AI Agent自動化工作流框架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協議創新
</a:t>
            </a:r>
            <a:r>
              <a:rPr sz="1000">
                <a:solidFill>
                  <a:srgbClr val="000000"/>
                </a:solidFill>
              </a:rPr>
              <a:t>MCP標準化AI工具協作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應用場景
</a:t>
            </a:r>
            <a:r>
              <a:rPr sz="1000">
                <a:solidFill>
                  <a:srgbClr val="000000"/>
                </a:solidFill>
              </a:rPr>
              <a:t>AWS S3雲端整合方案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實現方式
</a:t>
            </a:r>
            <a:r>
              <a:rPr sz="1000">
                <a:solidFill>
                  <a:srgbClr val="000000"/>
                </a:solidFill>
              </a:rPr>
              <a:t>JSON輸出動態圖表生成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協議創新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應用場景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實現方式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